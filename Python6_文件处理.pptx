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0"/>
  </p:handoutMasterIdLst>
  <p:sldIdLst>
    <p:sldId id="1079" r:id="rId3"/>
    <p:sldId id="1080" r:id="rId5"/>
    <p:sldId id="1081" r:id="rId6"/>
    <p:sldId id="1093" r:id="rId7"/>
    <p:sldId id="1094" r:id="rId8"/>
    <p:sldId id="1083" r:id="rId9"/>
    <p:sldId id="1087" r:id="rId10"/>
    <p:sldId id="1095" r:id="rId11"/>
    <p:sldId id="1082" r:id="rId12"/>
    <p:sldId id="1085" r:id="rId13"/>
    <p:sldId id="1086" r:id="rId14"/>
    <p:sldId id="1096" r:id="rId15"/>
    <p:sldId id="1104" r:id="rId16"/>
    <p:sldId id="1105" r:id="rId17"/>
    <p:sldId id="1102" r:id="rId18"/>
    <p:sldId id="1103" r:id="rId19"/>
  </p:sldIdLst>
  <p:sldSz cx="12192000" cy="6858000"/>
  <p:notesSz cx="6858000" cy="9144000"/>
  <p:custDataLst>
    <p:tags r:id="rId24"/>
  </p:custDataLst>
  <p:defaultTex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6600"/>
    <a:srgbClr val="66CCFF"/>
    <a:srgbClr val="FFFFFF"/>
    <a:srgbClr val="FFFF99"/>
    <a:srgbClr val="FF9933"/>
    <a:srgbClr val="FF66CC"/>
    <a:srgbClr val="FF33CC"/>
    <a:srgbClr val="FF99FF"/>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632" autoAdjust="0"/>
    <p:restoredTop sz="85158" autoAdjust="0"/>
  </p:normalViewPr>
  <p:slideViewPr>
    <p:cSldViewPr snapToObjects="1" showGuides="1">
      <p:cViewPr varScale="1">
        <p:scale>
          <a:sx n="70" d="100"/>
          <a:sy n="70" d="100"/>
        </p:scale>
        <p:origin x="-756" y="-108"/>
      </p:cViewPr>
      <p:guideLst>
        <p:guide orient="horz" pos="2115"/>
        <p:guide pos="372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gs" Target="tags/tag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Times New Roman" panose="02020603050405020304"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ABA593B-C7F3-4649-B760-8A9E538DD7F3}" type="datetimeFigureOut">
              <a:rPr lang="zh-CN" altLang="en-US" smtClean="0">
                <a:latin typeface="Times New Roman" panose="02020603050405020304" charset="0"/>
              </a:rPr>
            </a:fld>
            <a:endParaRPr lang="zh-CN" altLang="en-US" dirty="0">
              <a:latin typeface="Times New Roman" panose="0202060305040502030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Times New Roman" panose="02020603050405020304"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BFA9E79-3371-400B-AF86-A63F5C94FB3B}" type="slidenum">
              <a:rPr lang="zh-CN" altLang="en-US" smtClean="0">
                <a:latin typeface="Times New Roman" panose="02020603050405020304" charset="0"/>
              </a:rPr>
            </a:fld>
            <a:endParaRPr lang="zh-CN" altLang="en-US" dirty="0">
              <a:latin typeface="Times New Roman" panose="0202060305040502030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200">
                <a:latin typeface="Times New Roman" panose="02020603050405020304" charset="0"/>
              </a:defRPr>
            </a:lvl1pPr>
          </a:lstStyle>
          <a:p>
            <a:endParaRPr lang="zh-CN" altLang="zh-CN" dirty="0"/>
          </a:p>
        </p:txBody>
      </p:sp>
      <p:sp>
        <p:nvSpPr>
          <p:cNvPr id="2051" name="日期占位符 2"/>
          <p:cNvSpPr>
            <a:spLocks noGrp="1" noChangeArrowheads="1"/>
          </p:cNvSpPr>
          <p:nvPr>
            <p:ph type="dt" idx="1"/>
          </p:nvPr>
        </p:nvSpPr>
        <p:spPr bwMode="auto">
          <a:xfrm>
            <a:off x="3884613"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a:latin typeface="Times New Roman" panose="02020603050405020304" charset="0"/>
              </a:defRPr>
            </a:lvl1pPr>
          </a:lstStyle>
          <a:p>
            <a:fld id="{E9B07FDD-F1B3-4E5B-BC2D-FED26B65F69F}" type="datetime1">
              <a:rPr lang="zh-CN" altLang="en-US" smtClean="0"/>
            </a:fld>
            <a:endParaRPr lang="zh-CN" altLang="en-US" sz="1200" dirty="0"/>
          </a:p>
        </p:txBody>
      </p:sp>
      <p:sp>
        <p:nvSpPr>
          <p:cNvPr id="2052" name="幻灯片图像占位符 3"/>
          <p:cNvSpPr>
            <a:spLocks noGrp="1" noRot="1" noChangeAspect="1" noChangeArrowheads="1"/>
          </p:cNvSpPr>
          <p:nvPr>
            <p:ph type="sldImg" idx="2"/>
          </p:nvPr>
        </p:nvSpPr>
        <p:spPr bwMode="auto">
          <a:xfrm>
            <a:off x="685800" y="1143000"/>
            <a:ext cx="5486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a:spcBef>
                <a:spcPct val="30000"/>
              </a:spcBef>
              <a:defRPr sz="1200">
                <a:solidFill>
                  <a:schemeClr val="tx1"/>
                </a:solidFill>
                <a:latin typeface="Arial" panose="020B0604020202020204" pitchFamily="34" charset="0"/>
              </a:defRPr>
            </a:lvl1pPr>
            <a:lvl2pPr defTabSz="0">
              <a:spcBef>
                <a:spcPct val="30000"/>
              </a:spcBef>
              <a:defRPr sz="1200">
                <a:solidFill>
                  <a:schemeClr val="tx1"/>
                </a:solidFill>
                <a:latin typeface="Arial" panose="020B0604020202020204" pitchFamily="34" charset="0"/>
              </a:defRPr>
            </a:lvl2pPr>
            <a:lvl3pPr defTabSz="0">
              <a:spcBef>
                <a:spcPct val="30000"/>
              </a:spcBef>
              <a:defRPr sz="1200">
                <a:solidFill>
                  <a:schemeClr val="tx1"/>
                </a:solidFill>
                <a:latin typeface="Arial" panose="020B0604020202020204" pitchFamily="34" charset="0"/>
              </a:defRPr>
            </a:lvl3pPr>
            <a:lvl4pPr defTabSz="0">
              <a:spcBef>
                <a:spcPct val="30000"/>
              </a:spcBef>
              <a:defRPr sz="1200">
                <a:solidFill>
                  <a:schemeClr val="tx1"/>
                </a:solidFill>
                <a:latin typeface="Arial" panose="020B0604020202020204" pitchFamily="34" charset="0"/>
              </a:defRPr>
            </a:lvl4pPr>
            <a:lvl5pPr defTabSz="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buFontTx/>
              <a:buNone/>
            </a:pPr>
            <a:r>
              <a:rPr lang="zh-CN" dirty="0">
                <a:latin typeface="Times New Roman" panose="02020603050405020304" charset="0"/>
              </a:rPr>
              <a:t>单击此处编辑母版文本样式</a:t>
            </a:r>
            <a:endParaRPr lang="zh-CN" dirty="0">
              <a:latin typeface="Times New Roman" panose="02020603050405020304" charset="0"/>
            </a:endParaRPr>
          </a:p>
          <a:p>
            <a:pPr>
              <a:buFontTx/>
              <a:buNone/>
            </a:pPr>
            <a:r>
              <a:rPr lang="zh-CN" dirty="0">
                <a:latin typeface="Times New Roman" panose="02020603050405020304" charset="0"/>
              </a:rPr>
              <a:t>第二级</a:t>
            </a:r>
            <a:endParaRPr lang="zh-CN" dirty="0">
              <a:latin typeface="Times New Roman" panose="02020603050405020304" charset="0"/>
            </a:endParaRPr>
          </a:p>
          <a:p>
            <a:pPr>
              <a:buFontTx/>
              <a:buNone/>
            </a:pPr>
            <a:r>
              <a:rPr lang="zh-CN" dirty="0">
                <a:latin typeface="Times New Roman" panose="02020603050405020304" charset="0"/>
              </a:rPr>
              <a:t>第三级</a:t>
            </a:r>
            <a:endParaRPr lang="zh-CN" dirty="0">
              <a:latin typeface="Times New Roman" panose="02020603050405020304" charset="0"/>
            </a:endParaRPr>
          </a:p>
          <a:p>
            <a:pPr>
              <a:buFontTx/>
              <a:buNone/>
            </a:pPr>
            <a:r>
              <a:rPr lang="zh-CN" dirty="0">
                <a:latin typeface="Times New Roman" panose="02020603050405020304" charset="0"/>
              </a:rPr>
              <a:t>第四级</a:t>
            </a:r>
            <a:endParaRPr lang="zh-CN" dirty="0">
              <a:latin typeface="Times New Roman" panose="02020603050405020304" charset="0"/>
            </a:endParaRPr>
          </a:p>
          <a:p>
            <a:pPr>
              <a:buFontTx/>
              <a:buNone/>
            </a:pPr>
            <a:r>
              <a:rPr lang="zh-CN" dirty="0">
                <a:latin typeface="Times New Roman" panose="02020603050405020304" charset="0"/>
              </a:rPr>
              <a:t>第五级</a:t>
            </a:r>
            <a:endParaRPr lang="zh-CN" dirty="0">
              <a:latin typeface="Times New Roman" panose="02020603050405020304" charset="0"/>
            </a:endParaRPr>
          </a:p>
        </p:txBody>
      </p:sp>
      <p:sp>
        <p:nvSpPr>
          <p:cNvPr id="2054" name="页脚占位符 5"/>
          <p:cNvSpPr>
            <a:spLocks noGrp="1" noChangeArrowheads="1"/>
          </p:cNvSpPr>
          <p:nvPr>
            <p:ph type="ftr" sz="quarter" idx="4"/>
          </p:nvPr>
        </p:nvSpPr>
        <p:spPr bwMode="auto">
          <a:xfrm>
            <a:off x="0"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defRPr sz="1200">
                <a:latin typeface="Times New Roman" panose="02020603050405020304" charset="0"/>
              </a:defRPr>
            </a:lvl1pPr>
          </a:lstStyle>
          <a:p>
            <a:endParaRPr lang="zh-CN" altLang="zh-CN" dirty="0"/>
          </a:p>
        </p:txBody>
      </p:sp>
      <p:sp>
        <p:nvSpPr>
          <p:cNvPr id="2055" name="灯片编号占位符 6"/>
          <p:cNvSpPr>
            <a:spLocks noGrp="1" noChangeArrowheads="1"/>
          </p:cNvSpPr>
          <p:nvPr>
            <p:ph type="sldNum" sz="quarter" idx="5"/>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a:defRPr>
                <a:latin typeface="Times New Roman" panose="02020603050405020304" charset="0"/>
              </a:defRPr>
            </a:lvl1pPr>
          </a:lstStyle>
          <a:p>
            <a:fld id="{E9EF8A88-7B05-4B03-ACDA-4A6B434EDC9B}" type="slidenum">
              <a:rPr lang="zh-CN" altLang="en-US" smtClean="0"/>
            </a:fld>
            <a:endParaRPr lang="zh-CN" altLang="en-US" sz="1200" dirty="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r>
              <a:rPr lang="zh-CN" altLang="en-US" smtClean="0">
                <a:latin typeface="Times New Roman" panose="02020603050405020304" charset="0"/>
              </a:rPr>
              <a:t>以面向过程的编程思想实现，参考</a:t>
            </a:r>
            <a:r>
              <a:rPr lang="en-US" altLang="zh-CN" dirty="0" smtClean="0">
                <a:latin typeface="Times New Roman" panose="02020603050405020304" charset="0"/>
              </a:rPr>
              <a:t>-</a:t>
            </a:r>
            <a:r>
              <a:rPr lang="zh-CN" altLang="en-US" dirty="0" smtClean="0">
                <a:latin typeface="Times New Roman" panose="02020603050405020304" charset="0"/>
              </a:rPr>
              <a:t>案例</a:t>
            </a:r>
            <a:r>
              <a:rPr lang="en-US" altLang="zh-CN" dirty="0" smtClean="0">
                <a:latin typeface="Times New Roman" panose="02020603050405020304" charset="0"/>
              </a:rPr>
              <a:t>2</a:t>
            </a:r>
            <a:endParaRPr lang="zh-CN" altLang="en-US" dirty="0" smtClean="0">
              <a:latin typeface="Times New Roman" panose="0202060305040502030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endParaRPr lang="zh-CN" altLang="en-US" dirty="0" smtClean="0">
              <a:latin typeface="Times New Roman" panose="0202060305040502030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r>
              <a:rPr lang="zh-CN" altLang="en-US" smtClean="0">
                <a:latin typeface="Times New Roman" panose="02020603050405020304" charset="0"/>
              </a:rPr>
              <a:t>以面向过程的编程思想实现，参考</a:t>
            </a:r>
            <a:r>
              <a:rPr lang="en-US" altLang="zh-CN" dirty="0" smtClean="0">
                <a:latin typeface="Times New Roman" panose="02020603050405020304" charset="0"/>
              </a:rPr>
              <a:t>-</a:t>
            </a:r>
            <a:r>
              <a:rPr lang="zh-CN" altLang="en-US" dirty="0" smtClean="0">
                <a:latin typeface="Times New Roman" panose="02020603050405020304" charset="0"/>
              </a:rPr>
              <a:t>案例</a:t>
            </a:r>
            <a:r>
              <a:rPr lang="en-US" altLang="zh-CN" dirty="0" smtClean="0">
                <a:latin typeface="Times New Roman" panose="02020603050405020304" charset="0"/>
              </a:rPr>
              <a:t>2</a:t>
            </a:r>
            <a:endParaRPr lang="zh-CN" altLang="en-US" dirty="0" smtClean="0">
              <a:latin typeface="Times New Roman" panose="0202060305040502030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r>
              <a:rPr lang="zh-CN" altLang="en-US" smtClean="0">
                <a:latin typeface="Times New Roman" panose="02020603050405020304" charset="0"/>
              </a:rPr>
              <a:t>以面向过程的编程思想实现，参考</a:t>
            </a:r>
            <a:r>
              <a:rPr lang="en-US" altLang="zh-CN" dirty="0" smtClean="0">
                <a:latin typeface="Times New Roman" panose="02020603050405020304" charset="0"/>
              </a:rPr>
              <a:t>-</a:t>
            </a:r>
            <a:r>
              <a:rPr lang="zh-CN" altLang="en-US" dirty="0" smtClean="0">
                <a:latin typeface="Times New Roman" panose="02020603050405020304" charset="0"/>
              </a:rPr>
              <a:t>案例</a:t>
            </a:r>
            <a:r>
              <a:rPr lang="en-US" altLang="zh-CN" dirty="0" smtClean="0">
                <a:latin typeface="Times New Roman" panose="02020603050405020304" charset="0"/>
              </a:rPr>
              <a:t>2</a:t>
            </a:r>
            <a:endParaRPr lang="zh-CN" altLang="en-US" dirty="0" smtClean="0">
              <a:latin typeface="Times New Roman" panose="0202060305040502030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r>
              <a:rPr lang="zh-CN" altLang="en-US" smtClean="0">
                <a:latin typeface="Times New Roman" panose="02020603050405020304" charset="0"/>
              </a:rPr>
              <a:t>以面向过程的编程思想实现，参考</a:t>
            </a:r>
            <a:r>
              <a:rPr lang="en-US" altLang="zh-CN" dirty="0" smtClean="0">
                <a:latin typeface="Times New Roman" panose="02020603050405020304" charset="0"/>
              </a:rPr>
              <a:t>-</a:t>
            </a:r>
            <a:r>
              <a:rPr lang="zh-CN" altLang="en-US" dirty="0" smtClean="0">
                <a:latin typeface="Times New Roman" panose="02020603050405020304" charset="0"/>
              </a:rPr>
              <a:t>案例</a:t>
            </a:r>
            <a:r>
              <a:rPr lang="en-US" altLang="zh-CN" dirty="0" smtClean="0">
                <a:latin typeface="Times New Roman" panose="02020603050405020304" charset="0"/>
              </a:rPr>
              <a:t>2</a:t>
            </a:r>
            <a:endParaRPr lang="zh-CN" altLang="en-US" dirty="0" smtClean="0">
              <a:latin typeface="Times New Roman" panose="0202060305040502030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6C0A3F6E-5A83-4945-B490-88B1218DACD4}" type="slidenum">
              <a:rPr lang="zh-CN" altLang="en-US" smtClean="0"/>
            </a:fld>
            <a:endParaRPr lang="en-US" altLang="zh-CN" dirty="0" smtClean="0"/>
          </a:p>
        </p:txBody>
      </p:sp>
      <p:sp>
        <p:nvSpPr>
          <p:cNvPr id="34819" name="Rectangle 2"/>
          <p:cNvSpPr>
            <a:spLocks noGrp="1" noRot="1" noChangeAspect="1" noChangeArrowheads="1" noTextEdit="1"/>
          </p:cNvSpPr>
          <p:nvPr>
            <p:ph type="sldImg"/>
          </p:nvPr>
        </p:nvSpPr>
        <p:spPr>
          <a:xfrm>
            <a:off x="331788" y="676275"/>
            <a:ext cx="6135687" cy="3452813"/>
          </a:xfrm>
        </p:spPr>
      </p:sp>
      <p:sp>
        <p:nvSpPr>
          <p:cNvPr id="34820" name="Rectangle 3"/>
          <p:cNvSpPr>
            <a:spLocks noGrp="1" noChangeArrowheads="1"/>
          </p:cNvSpPr>
          <p:nvPr>
            <p:ph type="body" idx="1"/>
          </p:nvPr>
        </p:nvSpPr>
        <p:spPr>
          <a:xfrm>
            <a:off x="915525" y="4338685"/>
            <a:ext cx="5023884" cy="4114587"/>
          </a:xfrm>
          <a:prstGeom prst="rect">
            <a:avLst/>
          </a:prstGeom>
          <a:noFill/>
        </p:spPr>
        <p:txBody>
          <a:bodyPr lIns="89891" tIns="44945" rIns="89891" bIns="44945"/>
          <a:lstStyle/>
          <a:p>
            <a:pPr eaLnBrk="1" hangingPunct="1"/>
            <a:r>
              <a:rPr lang="zh-CN" altLang="en-US" smtClean="0">
                <a:latin typeface="Times New Roman" panose="02020603050405020304" charset="0"/>
              </a:rPr>
              <a:t>以面向过程的编程思想实现，参考</a:t>
            </a:r>
            <a:r>
              <a:rPr lang="en-US" altLang="zh-CN" dirty="0" smtClean="0">
                <a:latin typeface="Times New Roman" panose="02020603050405020304" charset="0"/>
              </a:rPr>
              <a:t>-</a:t>
            </a:r>
            <a:r>
              <a:rPr lang="zh-CN" altLang="en-US" dirty="0" smtClean="0">
                <a:latin typeface="Times New Roman" panose="02020603050405020304" charset="0"/>
              </a:rPr>
              <a:t>案例</a:t>
            </a:r>
            <a:r>
              <a:rPr lang="en-US" altLang="zh-CN" dirty="0" smtClean="0">
                <a:latin typeface="Times New Roman" panose="02020603050405020304" charset="0"/>
              </a:rPr>
              <a:t>2</a:t>
            </a:r>
            <a:endParaRPr lang="zh-CN" altLang="en-US" dirty="0" smtClean="0">
              <a:latin typeface="Times New Roman" panose="0202060305040502030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216" descr="Dscpe_01_Lg_cropped"/>
          <p:cNvPicPr>
            <a:picLocks noChangeAspect="1" noChangeArrowheads="1"/>
          </p:cNvPicPr>
          <p:nvPr/>
        </p:nvPicPr>
        <p:blipFill>
          <a:blip r:embed="rId2" cstate="print"/>
          <a:srcRect/>
          <a:stretch>
            <a:fillRect/>
          </a:stretch>
        </p:blipFill>
        <p:spPr bwMode="auto">
          <a:xfrm>
            <a:off x="0" y="0"/>
            <a:ext cx="12192000" cy="3228975"/>
          </a:xfrm>
          <a:prstGeom prst="rect">
            <a:avLst/>
          </a:prstGeom>
          <a:noFill/>
          <a:ln w="9525">
            <a:noFill/>
            <a:miter lim="800000"/>
            <a:headEnd/>
            <a:tailEnd/>
          </a:ln>
        </p:spPr>
      </p:pic>
      <p:sp>
        <p:nvSpPr>
          <p:cNvPr id="5" name="Rectangle 217"/>
          <p:cNvSpPr>
            <a:spLocks noChangeArrowheads="1"/>
          </p:cNvSpPr>
          <p:nvPr/>
        </p:nvSpPr>
        <p:spPr bwMode="invGray">
          <a:xfrm>
            <a:off x="0" y="1430338"/>
            <a:ext cx="12192000" cy="369887"/>
          </a:xfrm>
          <a:prstGeom prst="rect">
            <a:avLst/>
          </a:prstGeom>
          <a:solidFill>
            <a:srgbClr val="0052A5">
              <a:alpha val="50195"/>
            </a:srgbClr>
          </a:solidFill>
          <a:ln w="12700" algn="ctr">
            <a:noFill/>
            <a:miter lim="800000"/>
          </a:ln>
          <a:effectLst/>
        </p:spPr>
        <p:txBody>
          <a:bodyPr anchor="ctr">
            <a:spAutoFit/>
          </a:bodyPr>
          <a:lstStyle/>
          <a:p>
            <a:pPr eaLnBrk="0" hangingPunct="0">
              <a:buFont typeface="Arial" panose="020B0604020202020204" pitchFamily="34" charset="0"/>
              <a:buNone/>
            </a:pPr>
            <a:endParaRPr lang="zh-CN" altLang="en-US"/>
          </a:p>
        </p:txBody>
      </p:sp>
      <p:sp>
        <p:nvSpPr>
          <p:cNvPr id="6" name="Rectangle 250"/>
          <p:cNvSpPr>
            <a:spLocks noChangeArrowheads="1"/>
          </p:cNvSpPr>
          <p:nvPr/>
        </p:nvSpPr>
        <p:spPr bwMode="auto">
          <a:xfrm>
            <a:off x="0" y="3141663"/>
            <a:ext cx="12192000" cy="368300"/>
          </a:xfrm>
          <a:prstGeom prst="rect">
            <a:avLst/>
          </a:prstGeom>
          <a:solidFill>
            <a:srgbClr val="E48F1B"/>
          </a:solidFill>
          <a:ln w="12700" algn="ctr">
            <a:noFill/>
            <a:miter lim="800000"/>
          </a:ln>
          <a:effectLst/>
        </p:spPr>
        <p:txBody>
          <a:bodyPr anchor="ctr">
            <a:spAutoFit/>
          </a:bodyPr>
          <a:lstStyle/>
          <a:p>
            <a:pPr eaLnBrk="0" hangingPunct="0">
              <a:buFont typeface="Arial" panose="020B0604020202020204" pitchFamily="34" charset="0"/>
              <a:buNone/>
            </a:pPr>
            <a:endParaRPr lang="zh-CN" altLang="en-US"/>
          </a:p>
        </p:txBody>
      </p:sp>
      <p:sp>
        <p:nvSpPr>
          <p:cNvPr id="7" name="矩形 6"/>
          <p:cNvSpPr/>
          <p:nvPr/>
        </p:nvSpPr>
        <p:spPr>
          <a:xfrm>
            <a:off x="9118009" y="6253750"/>
            <a:ext cx="2954655" cy="461665"/>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eaLnBrk="0" hangingPunct="0">
              <a:buFont typeface="Arial" panose="020B0604020202020204" pitchFamily="34" charset="0"/>
              <a:buNone/>
              <a:defRPr/>
            </a:pPr>
            <a:r>
              <a:rPr lang="zh-CN" altLang="en-US" sz="2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Arial" panose="020B0604020202020204" pitchFamily="34" charset="0"/>
                <a:ea typeface="+mn-ea"/>
              </a:rPr>
              <a:t>汇聚智慧，动力无限</a:t>
            </a:r>
            <a:endParaRPr lang="zh-CN" altLang="en-US" sz="2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Arial" panose="020B0604020202020204" pitchFamily="34" charset="0"/>
              <a:ea typeface="+mn-ea"/>
            </a:endParaRPr>
          </a:p>
        </p:txBody>
      </p:sp>
      <p:pic>
        <p:nvPicPr>
          <p:cNvPr id="8" name="图片 14"/>
          <p:cNvPicPr>
            <a:picLocks noChangeAspect="1"/>
          </p:cNvPicPr>
          <p:nvPr/>
        </p:nvPicPr>
        <p:blipFill>
          <a:blip r:embed="rId3" cstate="print"/>
          <a:srcRect/>
          <a:stretch>
            <a:fillRect/>
          </a:stretch>
        </p:blipFill>
        <p:spPr bwMode="auto">
          <a:xfrm>
            <a:off x="8504238" y="6165850"/>
            <a:ext cx="615950" cy="612775"/>
          </a:xfrm>
          <a:prstGeom prst="rect">
            <a:avLst/>
          </a:prstGeom>
          <a:noFill/>
          <a:ln w="9525">
            <a:noFill/>
            <a:miter lim="800000"/>
            <a:headEnd/>
            <a:tailEnd/>
          </a:ln>
        </p:spPr>
      </p:pic>
      <p:sp>
        <p:nvSpPr>
          <p:cNvPr id="9" name="TextBox 8"/>
          <p:cNvSpPr txBox="1"/>
          <p:nvPr/>
        </p:nvSpPr>
        <p:spPr>
          <a:xfrm>
            <a:off x="407368" y="6300028"/>
            <a:ext cx="6192688" cy="369332"/>
          </a:xfrm>
          <a:prstGeom prst="rect">
            <a:avLst/>
          </a:prstGeom>
          <a:ln>
            <a:solidFill>
              <a:schemeClr val="accent1">
                <a:lumMod val="20000"/>
                <a:lumOff val="80000"/>
              </a:schemeClr>
            </a:solidFill>
          </a:ln>
        </p:spPr>
        <p:style>
          <a:lnRef idx="2">
            <a:schemeClr val="accent2"/>
          </a:lnRef>
          <a:fillRef idx="1">
            <a:schemeClr val="lt1"/>
          </a:fillRef>
          <a:effectRef idx="0">
            <a:schemeClr val="accent2"/>
          </a:effectRef>
          <a:fontRef idx="minor">
            <a:schemeClr val="dk1"/>
          </a:fontRef>
        </p:style>
        <p:txBody>
          <a:bodyPr>
            <a:spAutoFit/>
          </a:bodyPr>
          <a:lstStyle/>
          <a:p>
            <a:pPr>
              <a:defRPr/>
            </a:pPr>
            <a:r>
              <a:rPr lang="zh-CN" altLang="en-US" dirty="0">
                <a:ln w="10160">
                  <a:solidFill>
                    <a:schemeClr val="accent1"/>
                  </a:solidFill>
                  <a:prstDash val="solid"/>
                </a:ln>
                <a:solidFill>
                  <a:srgbClr val="FFFFFF"/>
                </a:solidFill>
              </a:rPr>
              <a:t>成都市武侯区新南路</a:t>
            </a:r>
            <a:r>
              <a:rPr lang="en-US" altLang="zh-CN" dirty="0">
                <a:ln w="10160">
                  <a:solidFill>
                    <a:schemeClr val="accent1"/>
                  </a:solidFill>
                  <a:prstDash val="solid"/>
                </a:ln>
                <a:solidFill>
                  <a:srgbClr val="FFFFFF"/>
                </a:solidFill>
              </a:rPr>
              <a:t>44</a:t>
            </a:r>
            <a:r>
              <a:rPr lang="zh-CN" altLang="en-US" dirty="0">
                <a:ln w="10160">
                  <a:solidFill>
                    <a:schemeClr val="accent1"/>
                  </a:solidFill>
                  <a:prstDash val="solid"/>
                </a:ln>
                <a:solidFill>
                  <a:srgbClr val="FFFFFF"/>
                </a:solidFill>
              </a:rPr>
              <a:t>号附</a:t>
            </a:r>
            <a:r>
              <a:rPr lang="en-US" altLang="zh-CN" dirty="0">
                <a:ln w="10160">
                  <a:solidFill>
                    <a:schemeClr val="accent1"/>
                  </a:solidFill>
                  <a:prstDash val="solid"/>
                </a:ln>
                <a:solidFill>
                  <a:srgbClr val="FFFFFF"/>
                </a:solidFill>
              </a:rPr>
              <a:t>1</a:t>
            </a:r>
            <a:r>
              <a:rPr lang="zh-CN" altLang="en-US" dirty="0">
                <a:ln w="10160">
                  <a:solidFill>
                    <a:schemeClr val="accent1"/>
                  </a:solidFill>
                  <a:prstDash val="solid"/>
                </a:ln>
                <a:solidFill>
                  <a:srgbClr val="FFFFFF"/>
                </a:solidFill>
              </a:rPr>
              <a:t>楼腾云商务大厦 </a:t>
            </a:r>
            <a:r>
              <a:rPr lang="en-US" altLang="zh-CN" dirty="0">
                <a:ln w="10160">
                  <a:solidFill>
                    <a:schemeClr val="accent1"/>
                  </a:solidFill>
                  <a:prstDash val="solid"/>
                </a:ln>
                <a:solidFill>
                  <a:schemeClr val="accent1">
                    <a:lumMod val="50000"/>
                  </a:schemeClr>
                </a:solidFill>
              </a:rPr>
              <a:t>02885062021</a:t>
            </a:r>
            <a:endParaRPr lang="zh-CN" altLang="en-US" dirty="0">
              <a:ln w="10160">
                <a:solidFill>
                  <a:schemeClr val="accent1"/>
                </a:solidFill>
                <a:prstDash val="solid"/>
              </a:ln>
              <a:solidFill>
                <a:schemeClr val="accent1">
                  <a:lumMod val="50000"/>
                </a:schemeClr>
              </a:solidFill>
            </a:endParaRPr>
          </a:p>
        </p:txBody>
      </p:sp>
      <p:sp>
        <p:nvSpPr>
          <p:cNvPr id="280698" name="Rectangle 122"/>
          <p:cNvSpPr>
            <a:spLocks noGrp="1" noChangeArrowheads="1"/>
          </p:cNvSpPr>
          <p:nvPr>
            <p:ph type="ctrTitle"/>
          </p:nvPr>
        </p:nvSpPr>
        <p:spPr bwMode="auto">
          <a:xfrm>
            <a:off x="508000" y="420690"/>
            <a:ext cx="11074400" cy="2352675"/>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800"/>
            </a:lvl1pPr>
          </a:lstStyle>
          <a:p>
            <a:pPr lvl="0"/>
            <a:r>
              <a:rPr lang="zh-CN" altLang="en-US" noProof="0" smtClean="0"/>
              <a:t>单击此处编辑母版标题样式</a:t>
            </a:r>
            <a:endParaRPr lang="en-US" altLang="zh-CN" noProof="0" smtClean="0"/>
          </a:p>
        </p:txBody>
      </p:sp>
      <p:sp>
        <p:nvSpPr>
          <p:cNvPr id="280799" name="Rectangle 223"/>
          <p:cNvSpPr>
            <a:spLocks noGrp="1" noChangeArrowheads="1"/>
          </p:cNvSpPr>
          <p:nvPr>
            <p:ph type="subTitle" idx="1"/>
          </p:nvPr>
        </p:nvSpPr>
        <p:spPr>
          <a:xfrm>
            <a:off x="5852584" y="3836988"/>
            <a:ext cx="5831416" cy="1504950"/>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0" indent="0" algn="r">
              <a:buFont typeface="Times" pitchFamily="18" charset="0"/>
              <a:buNone/>
              <a:defRPr sz="2600"/>
            </a:lvl1pPr>
          </a:lstStyle>
          <a:p>
            <a:pPr lvl="0"/>
            <a:r>
              <a:rPr lang="zh-CN" altLang="en-US" noProof="0" smtClean="0"/>
              <a:t>单击此处编辑母版副标题样式</a:t>
            </a:r>
            <a:endParaRPr lang="en-US" altLang="zh-CN" noProof="0" smtClean="0"/>
          </a:p>
        </p:txBody>
      </p:sp>
    </p:spTree>
  </p:cSld>
  <p:clrMapOvr>
    <a:masterClrMapping/>
  </p:clrMapOvr>
  <p:transition/>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3857628"/>
            <a:ext cx="10363200" cy="1362075"/>
          </a:xfrm>
        </p:spPr>
        <p:txBody>
          <a:bodyPr anchor="t"/>
          <a:lstStyle>
            <a:lvl1pPr algn="l">
              <a:defRPr sz="4000" b="1" cap="all"/>
            </a:lvl1pPr>
          </a:lstStyle>
          <a:p>
            <a:r>
              <a:rPr lang="zh-CN" altLang="en-US" smtClean="0"/>
              <a:t>单击此处编辑母版标题样式</a:t>
            </a:r>
            <a:endParaRPr lang="zh-CN" altLang="en-US" dirty="0"/>
          </a:p>
        </p:txBody>
      </p:sp>
      <p:sp>
        <p:nvSpPr>
          <p:cNvPr id="3" name="文本占位符 2"/>
          <p:cNvSpPr>
            <a:spLocks noGrp="1"/>
          </p:cNvSpPr>
          <p:nvPr>
            <p:ph type="body" idx="1"/>
          </p:nvPr>
        </p:nvSpPr>
        <p:spPr>
          <a:xfrm>
            <a:off x="963085" y="1857364"/>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cu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1362075"/>
            <a:ext cx="54356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019800" y="1362075"/>
            <a:ext cx="54356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cu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1" y="285728"/>
            <a:ext cx="10972800" cy="642934"/>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cu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cu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cu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766734" y="1214422"/>
            <a:ext cx="6815666" cy="491174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文本占位符 3"/>
          <p:cNvSpPr>
            <a:spLocks noGrp="1"/>
          </p:cNvSpPr>
          <p:nvPr>
            <p:ph type="body" sz="half" idx="2"/>
          </p:nvPr>
        </p:nvSpPr>
        <p:spPr>
          <a:xfrm>
            <a:off x="609600" y="1214422"/>
            <a:ext cx="4011084" cy="491174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cut/>
  </p:transition>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1214421"/>
            <a:ext cx="7315200" cy="351315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smtClean="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cu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cu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4685" y="1357298"/>
            <a:ext cx="2770716" cy="442437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70418" y="1357298"/>
            <a:ext cx="8111067" cy="442437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370417" y="285728"/>
            <a:ext cx="11074400" cy="647723"/>
          </a:xfrm>
        </p:spPr>
        <p:txBody>
          <a:bodyPr/>
          <a:lstStyle/>
          <a:p>
            <a:r>
              <a:rPr lang="zh-CN" altLang="en-US" smtClean="0"/>
              <a:t>单击此处编辑母版标题样式</a:t>
            </a:r>
            <a:endParaRPr lang="zh-CN" altLang="en-US"/>
          </a:p>
        </p:txBody>
      </p:sp>
      <p:sp>
        <p:nvSpPr>
          <p:cNvPr id="3" name="图表占位符 2"/>
          <p:cNvSpPr>
            <a:spLocks noGrp="1"/>
          </p:cNvSpPr>
          <p:nvPr>
            <p:ph type="chart" idx="1" hasCustomPrompt="1"/>
          </p:nvPr>
        </p:nvSpPr>
        <p:spPr>
          <a:xfrm>
            <a:off x="381000" y="1362075"/>
            <a:ext cx="11074400" cy="4419600"/>
          </a:xfrm>
        </p:spPr>
        <p:txBody>
          <a:bodyPr/>
          <a:lstStyle/>
          <a:p>
            <a:pPr lvl="0"/>
            <a:r>
              <a:rPr lang="zh-CN" altLang="en-US" noProof="0" smtClean="0"/>
              <a:t>单击图标添加图表</a:t>
            </a:r>
            <a:endParaRPr lang="zh-CN" altLang="en-US" noProof="0" smtClean="0"/>
          </a:p>
        </p:txBody>
      </p:sp>
    </p:spTree>
  </p:cSld>
  <p:clrMapOvr>
    <a:masterClrMapping/>
  </p:clrMapOvr>
  <p:transition/>
  <p:hf sldNum="0" hdr="0" ft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3.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7" descr="slide_header"/>
          <p:cNvPicPr>
            <a:picLocks noChangeAspect="1" noChangeArrowheads="1"/>
          </p:cNvPicPr>
          <p:nvPr/>
        </p:nvPicPr>
        <p:blipFill>
          <a:blip r:embed="rId13" cstate="print"/>
          <a:srcRect/>
          <a:stretch>
            <a:fillRect/>
          </a:stretch>
        </p:blipFill>
        <p:spPr bwMode="invGray">
          <a:xfrm>
            <a:off x="0" y="-1588"/>
            <a:ext cx="12193588" cy="1143001"/>
          </a:xfrm>
          <a:prstGeom prst="rect">
            <a:avLst/>
          </a:prstGeom>
          <a:noFill/>
          <a:ln w="9525">
            <a:noFill/>
            <a:miter lim="800000"/>
            <a:headEnd/>
            <a:tailEnd/>
          </a:ln>
        </p:spPr>
      </p:pic>
      <p:sp>
        <p:nvSpPr>
          <p:cNvPr id="1027" name="Rectangle 17"/>
          <p:cNvSpPr>
            <a:spLocks noChangeArrowheads="1"/>
          </p:cNvSpPr>
          <p:nvPr/>
        </p:nvSpPr>
        <p:spPr bwMode="gray">
          <a:xfrm>
            <a:off x="0" y="1139825"/>
            <a:ext cx="12192000" cy="5718175"/>
          </a:xfrm>
          <a:prstGeom prst="rect">
            <a:avLst/>
          </a:prstGeom>
          <a:solidFill>
            <a:schemeClr val="bg1"/>
          </a:solidFill>
          <a:ln w="9525">
            <a:noFill/>
            <a:miter lim="800000"/>
          </a:ln>
          <a:effectLst/>
        </p:spPr>
        <p:txBody>
          <a:bodyPr wrap="none" anchor="ctr"/>
          <a:lstStyle/>
          <a:p>
            <a:pPr eaLnBrk="0" hangingPunct="0">
              <a:buFont typeface="Arial" panose="020B0604020202020204" pitchFamily="34" charset="0"/>
              <a:buNone/>
            </a:pPr>
            <a:endParaRPr lang="zh-CN" altLang="en-US"/>
          </a:p>
        </p:txBody>
      </p:sp>
      <p:sp>
        <p:nvSpPr>
          <p:cNvPr id="1028" name="Rectangle 52"/>
          <p:cNvSpPr>
            <a:spLocks noGrp="1" noChangeArrowheads="1"/>
          </p:cNvSpPr>
          <p:nvPr>
            <p:ph type="body" idx="1"/>
          </p:nvPr>
        </p:nvSpPr>
        <p:spPr bwMode="gray">
          <a:xfrm>
            <a:off x="381000" y="1362075"/>
            <a:ext cx="11074400" cy="4419600"/>
          </a:xfrm>
          <a:prstGeom prst="rect">
            <a:avLst/>
          </a:prstGeom>
          <a:noFill/>
          <a:ln w="9525" algn="ctr">
            <a:noFill/>
            <a:miter lim="800000"/>
          </a:ln>
          <a:effectLst/>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altLang="zh-CN" dirty="0" smtClean="0"/>
          </a:p>
        </p:txBody>
      </p:sp>
      <p:sp>
        <p:nvSpPr>
          <p:cNvPr id="1029" name="Rectangle 53"/>
          <p:cNvSpPr>
            <a:spLocks noGrp="1" noChangeArrowheads="1"/>
          </p:cNvSpPr>
          <p:nvPr>
            <p:ph type="title"/>
          </p:nvPr>
        </p:nvSpPr>
        <p:spPr bwMode="invGray">
          <a:xfrm>
            <a:off x="369888" y="285728"/>
            <a:ext cx="11074400" cy="647721"/>
          </a:xfrm>
          <a:prstGeom prst="rect">
            <a:avLst/>
          </a:prstGeom>
          <a:noFill/>
          <a:ln w="9525" algn="ctr">
            <a:noFill/>
            <a:miter lim="800000"/>
          </a:ln>
          <a:effectLst/>
        </p:spPr>
        <p:txBody>
          <a:bodyPr vert="horz" wrap="square" lIns="91440" tIns="45720" rIns="91440" bIns="45720" numCol="1" anchor="b" anchorCtr="0" compatLnSpc="1"/>
          <a:lstStyle/>
          <a:p>
            <a:pPr lvl="0"/>
            <a:r>
              <a:rPr lang="zh-CN" altLang="en-US" dirty="0" smtClean="0"/>
              <a:t>单击此处编辑母版标题样式</a:t>
            </a:r>
            <a:endParaRPr lang="en-US" altLang="zh-CN" dirty="0" smtClean="0"/>
          </a:p>
        </p:txBody>
      </p:sp>
      <p:sp>
        <p:nvSpPr>
          <p:cNvPr id="7" name="矩形 6"/>
          <p:cNvSpPr/>
          <p:nvPr/>
        </p:nvSpPr>
        <p:spPr>
          <a:xfrm>
            <a:off x="9118009" y="6253750"/>
            <a:ext cx="2954655" cy="461665"/>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eaLnBrk="0" hangingPunct="0">
              <a:buFont typeface="Arial" panose="020B0604020202020204" pitchFamily="34" charset="0"/>
              <a:buNone/>
              <a:defRPr/>
            </a:pPr>
            <a:r>
              <a:rPr lang="zh-CN" altLang="en-US" sz="2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Arial" panose="020B0604020202020204" pitchFamily="34" charset="0"/>
                <a:ea typeface="+mn-ea"/>
              </a:rPr>
              <a:t>汇聚智慧，动力无限</a:t>
            </a:r>
            <a:endParaRPr lang="zh-CN" altLang="en-US" sz="2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Arial" panose="020B0604020202020204" pitchFamily="34" charset="0"/>
              <a:ea typeface="+mn-ea"/>
            </a:endParaRPr>
          </a:p>
        </p:txBody>
      </p:sp>
      <p:pic>
        <p:nvPicPr>
          <p:cNvPr id="1031" name="图片 8"/>
          <p:cNvPicPr>
            <a:picLocks noChangeAspect="1"/>
          </p:cNvPicPr>
          <p:nvPr/>
        </p:nvPicPr>
        <p:blipFill>
          <a:blip r:embed="rId14" cstate="print"/>
          <a:srcRect/>
          <a:stretch>
            <a:fillRect/>
          </a:stretch>
        </p:blipFill>
        <p:spPr bwMode="auto">
          <a:xfrm>
            <a:off x="8504238" y="6165850"/>
            <a:ext cx="615950" cy="6127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cut/>
  </p:transition>
  <p:timing>
    <p:tnLst>
      <p:par>
        <p:cTn id="1" dur="indefinite" restart="never" nodeType="tmRoot"/>
      </p:par>
    </p:tnLst>
  </p:timing>
  <p:hf sldNum="0" hdr="0" ftr="0"/>
  <p:txStyles>
    <p:titleStyle>
      <a:lvl1pPr algn="l" rtl="0" eaLnBrk="1" fontAlgn="base" hangingPunct="1">
        <a:spcBef>
          <a:spcPct val="0"/>
        </a:spcBef>
        <a:spcAft>
          <a:spcPct val="0"/>
        </a:spcAft>
        <a:defRPr sz="3200" b="1">
          <a:solidFill>
            <a:schemeClr val="bg1"/>
          </a:solidFill>
          <a:latin typeface="+mj-lt"/>
          <a:ea typeface="+mj-ea"/>
          <a:cs typeface="+mj-cs"/>
        </a:defRPr>
      </a:lvl1pPr>
      <a:lvl2pPr algn="l" rtl="0" eaLnBrk="1" fontAlgn="base" hangingPunct="1">
        <a:spcBef>
          <a:spcPct val="0"/>
        </a:spcBef>
        <a:spcAft>
          <a:spcPct val="0"/>
        </a:spcAft>
        <a:defRPr sz="3200" b="1">
          <a:solidFill>
            <a:schemeClr val="bg1"/>
          </a:solidFill>
          <a:latin typeface="Arial" panose="020B0604020202020204" pitchFamily="34" charset="0"/>
          <a:ea typeface="Arial Unicode MS" panose="020B0604020202020204" pitchFamily="34" charset="-128"/>
          <a:cs typeface="Arial Unicode MS" panose="020B0604020202020204" pitchFamily="34" charset="-128"/>
        </a:defRPr>
      </a:lvl2pPr>
      <a:lvl3pPr algn="l" rtl="0" eaLnBrk="1" fontAlgn="base" hangingPunct="1">
        <a:spcBef>
          <a:spcPct val="0"/>
        </a:spcBef>
        <a:spcAft>
          <a:spcPct val="0"/>
        </a:spcAft>
        <a:defRPr sz="3200" b="1">
          <a:solidFill>
            <a:schemeClr val="bg1"/>
          </a:solidFill>
          <a:latin typeface="Arial" panose="020B0604020202020204" pitchFamily="34" charset="0"/>
          <a:ea typeface="Arial Unicode MS" panose="020B0604020202020204" pitchFamily="34" charset="-128"/>
          <a:cs typeface="Arial Unicode MS" panose="020B0604020202020204" pitchFamily="34" charset="-128"/>
        </a:defRPr>
      </a:lvl3pPr>
      <a:lvl4pPr algn="l" rtl="0" eaLnBrk="1" fontAlgn="base" hangingPunct="1">
        <a:spcBef>
          <a:spcPct val="0"/>
        </a:spcBef>
        <a:spcAft>
          <a:spcPct val="0"/>
        </a:spcAft>
        <a:defRPr sz="3200" b="1">
          <a:solidFill>
            <a:schemeClr val="bg1"/>
          </a:solidFill>
          <a:latin typeface="Arial" panose="020B0604020202020204" pitchFamily="34" charset="0"/>
          <a:ea typeface="Arial Unicode MS" panose="020B0604020202020204" pitchFamily="34" charset="-128"/>
          <a:cs typeface="Arial Unicode MS" panose="020B0604020202020204" pitchFamily="34" charset="-128"/>
        </a:defRPr>
      </a:lvl4pPr>
      <a:lvl5pPr algn="l" rtl="0" eaLnBrk="1" fontAlgn="base" hangingPunct="1">
        <a:spcBef>
          <a:spcPct val="0"/>
        </a:spcBef>
        <a:spcAft>
          <a:spcPct val="0"/>
        </a:spcAft>
        <a:defRPr sz="3200" b="1">
          <a:solidFill>
            <a:schemeClr val="bg1"/>
          </a:solidFill>
          <a:latin typeface="Arial" panose="020B0604020202020204" pitchFamily="34" charset="0"/>
          <a:ea typeface="Arial Unicode MS" panose="020B0604020202020204" pitchFamily="34" charset="-128"/>
          <a:cs typeface="Arial Unicode MS" panose="020B0604020202020204" pitchFamily="34" charset="-128"/>
        </a:defRPr>
      </a:lvl5pPr>
      <a:lvl6pPr marL="457200" algn="l" rtl="0" eaLnBrk="1" fontAlgn="base" hangingPunct="1">
        <a:spcBef>
          <a:spcPct val="0"/>
        </a:spcBef>
        <a:spcAft>
          <a:spcPct val="0"/>
        </a:spcAft>
        <a:defRPr sz="3200" b="1">
          <a:solidFill>
            <a:schemeClr val="bg1"/>
          </a:solidFill>
          <a:latin typeface="Arial" panose="020B0604020202020204" pitchFamily="34" charset="0"/>
          <a:ea typeface="Arial Unicode MS" panose="020B0604020202020204" pitchFamily="34" charset="-128"/>
          <a:cs typeface="Arial Unicode MS" panose="020B0604020202020204" pitchFamily="34" charset="-128"/>
        </a:defRPr>
      </a:lvl6pPr>
      <a:lvl7pPr marL="914400" algn="l" rtl="0" eaLnBrk="1" fontAlgn="base" hangingPunct="1">
        <a:spcBef>
          <a:spcPct val="0"/>
        </a:spcBef>
        <a:spcAft>
          <a:spcPct val="0"/>
        </a:spcAft>
        <a:defRPr sz="3200" b="1">
          <a:solidFill>
            <a:schemeClr val="bg1"/>
          </a:solidFill>
          <a:latin typeface="Arial" panose="020B0604020202020204" pitchFamily="34" charset="0"/>
          <a:ea typeface="Arial Unicode MS" panose="020B0604020202020204" pitchFamily="34" charset="-128"/>
          <a:cs typeface="Arial Unicode MS" panose="020B0604020202020204" pitchFamily="34" charset="-128"/>
        </a:defRPr>
      </a:lvl7pPr>
      <a:lvl8pPr marL="1371600" algn="l" rtl="0" eaLnBrk="1" fontAlgn="base" hangingPunct="1">
        <a:spcBef>
          <a:spcPct val="0"/>
        </a:spcBef>
        <a:spcAft>
          <a:spcPct val="0"/>
        </a:spcAft>
        <a:defRPr sz="3200" b="1">
          <a:solidFill>
            <a:schemeClr val="bg1"/>
          </a:solidFill>
          <a:latin typeface="Arial" panose="020B0604020202020204" pitchFamily="34" charset="0"/>
          <a:ea typeface="Arial Unicode MS" panose="020B0604020202020204" pitchFamily="34" charset="-128"/>
          <a:cs typeface="Arial Unicode MS" panose="020B0604020202020204" pitchFamily="34" charset="-128"/>
        </a:defRPr>
      </a:lvl8pPr>
      <a:lvl9pPr marL="1828800" algn="l" rtl="0" eaLnBrk="1" fontAlgn="base" hangingPunct="1">
        <a:spcBef>
          <a:spcPct val="0"/>
        </a:spcBef>
        <a:spcAft>
          <a:spcPct val="0"/>
        </a:spcAft>
        <a:defRPr sz="3200" b="1">
          <a:solidFill>
            <a:schemeClr val="bg1"/>
          </a:solidFill>
          <a:latin typeface="Arial" panose="020B0604020202020204" pitchFamily="34" charset="0"/>
          <a:ea typeface="Arial Unicode MS" panose="020B0604020202020204" pitchFamily="34" charset="-128"/>
          <a:cs typeface="Arial Unicode MS" panose="020B0604020202020204" pitchFamily="34" charset="-128"/>
        </a:defRPr>
      </a:lvl9pPr>
    </p:titleStyle>
    <p:bodyStyle>
      <a:lvl1pPr marL="347980" indent="-347980" algn="l" rtl="0" eaLnBrk="1" fontAlgn="base" hangingPunct="1">
        <a:lnSpc>
          <a:spcPct val="90000"/>
        </a:lnSpc>
        <a:spcBef>
          <a:spcPct val="30000"/>
        </a:spcBef>
        <a:spcAft>
          <a:spcPct val="10000"/>
        </a:spcAft>
        <a:buClr>
          <a:srgbClr val="00529B"/>
        </a:buClr>
        <a:buFont typeface="Times" pitchFamily="18" charset="0"/>
        <a:buChar char="•"/>
        <a:defRPr sz="2800">
          <a:solidFill>
            <a:schemeClr val="tx1"/>
          </a:solidFill>
          <a:latin typeface="+mn-lt"/>
          <a:ea typeface="+mn-ea"/>
          <a:cs typeface="+mn-cs"/>
        </a:defRPr>
      </a:lvl1pPr>
      <a:lvl2pPr marL="635000" indent="-173355" algn="l" rtl="0" eaLnBrk="1" fontAlgn="base" hangingPunct="1">
        <a:lnSpc>
          <a:spcPct val="90000"/>
        </a:lnSpc>
        <a:spcBef>
          <a:spcPct val="30000"/>
        </a:spcBef>
        <a:spcAft>
          <a:spcPct val="10000"/>
        </a:spcAft>
        <a:buClr>
          <a:schemeClr val="tx1"/>
        </a:buClr>
        <a:buFont typeface="Arial" panose="020B0604020202020204" pitchFamily="34" charset="0"/>
        <a:buChar char="-"/>
        <a:defRPr sz="2400">
          <a:solidFill>
            <a:schemeClr val="tx1"/>
          </a:solidFill>
          <a:latin typeface="+mn-lt"/>
          <a:ea typeface="+mn-ea"/>
          <a:cs typeface="+mn-cs"/>
        </a:defRPr>
      </a:lvl2pPr>
      <a:lvl3pPr marL="922655" indent="-173355" algn="l" rtl="0" eaLnBrk="1" fontAlgn="base" hangingPunct="1">
        <a:lnSpc>
          <a:spcPct val="90000"/>
        </a:lnSpc>
        <a:spcBef>
          <a:spcPct val="30000"/>
        </a:spcBef>
        <a:spcAft>
          <a:spcPct val="10000"/>
        </a:spcAft>
        <a:buClr>
          <a:schemeClr val="tx1"/>
        </a:buClr>
        <a:buFont typeface="Times" pitchFamily="18" charset="0"/>
        <a:buChar char="•"/>
        <a:defRPr sz="2000">
          <a:solidFill>
            <a:schemeClr val="tx1"/>
          </a:solidFill>
          <a:latin typeface="+mn-lt"/>
          <a:ea typeface="+mn-ea"/>
          <a:cs typeface="+mn-cs"/>
        </a:defRPr>
      </a:lvl3pPr>
      <a:lvl4pPr marL="1209675" indent="-173355" algn="l" rtl="0" eaLnBrk="1" fontAlgn="base" hangingPunct="1">
        <a:lnSpc>
          <a:spcPct val="90000"/>
        </a:lnSpc>
        <a:spcBef>
          <a:spcPct val="30000"/>
        </a:spcBef>
        <a:spcAft>
          <a:spcPct val="10000"/>
        </a:spcAft>
        <a:buClr>
          <a:schemeClr val="tx1"/>
        </a:buClr>
        <a:buFont typeface="Arial" panose="020B0604020202020204" pitchFamily="34" charset="0"/>
        <a:buChar char="-"/>
        <a:defRPr sz="2000">
          <a:solidFill>
            <a:schemeClr val="tx1"/>
          </a:solidFill>
          <a:latin typeface="+mn-lt"/>
          <a:ea typeface="+mn-ea"/>
          <a:cs typeface="+mn-cs"/>
        </a:defRPr>
      </a:lvl4pPr>
      <a:lvl5pPr marL="1497330" indent="-173355" algn="l" rtl="0" eaLnBrk="1" fontAlgn="base" hangingPunct="1">
        <a:lnSpc>
          <a:spcPct val="90000"/>
        </a:lnSpc>
        <a:spcBef>
          <a:spcPct val="30000"/>
        </a:spcBef>
        <a:spcAft>
          <a:spcPct val="10000"/>
        </a:spcAft>
        <a:buClr>
          <a:schemeClr val="tx1"/>
        </a:buClr>
        <a:buFont typeface="Times" pitchFamily="18" charset="0"/>
        <a:buChar char="•"/>
        <a:defRPr sz="2000">
          <a:solidFill>
            <a:schemeClr val="tx1"/>
          </a:solidFill>
          <a:latin typeface="+mn-lt"/>
          <a:ea typeface="+mn-ea"/>
          <a:cs typeface="+mn-cs"/>
        </a:defRPr>
      </a:lvl5pPr>
      <a:lvl6pPr marL="1954530" indent="-173355" algn="l" rtl="0" eaLnBrk="1" fontAlgn="base" hangingPunct="1">
        <a:lnSpc>
          <a:spcPct val="90000"/>
        </a:lnSpc>
        <a:spcBef>
          <a:spcPct val="30000"/>
        </a:spcBef>
        <a:spcAft>
          <a:spcPct val="10000"/>
        </a:spcAft>
        <a:buClr>
          <a:schemeClr val="tx1"/>
        </a:buClr>
        <a:buFont typeface="Times" pitchFamily="18" charset="0"/>
        <a:buChar char="•"/>
        <a:defRPr sz="2000">
          <a:solidFill>
            <a:schemeClr val="tx1"/>
          </a:solidFill>
          <a:latin typeface="+mn-lt"/>
          <a:ea typeface="+mn-ea"/>
          <a:cs typeface="+mn-cs"/>
        </a:defRPr>
      </a:lvl6pPr>
      <a:lvl7pPr marL="2411730" indent="-173355" algn="l" rtl="0" eaLnBrk="1" fontAlgn="base" hangingPunct="1">
        <a:lnSpc>
          <a:spcPct val="90000"/>
        </a:lnSpc>
        <a:spcBef>
          <a:spcPct val="30000"/>
        </a:spcBef>
        <a:spcAft>
          <a:spcPct val="10000"/>
        </a:spcAft>
        <a:buClr>
          <a:schemeClr val="tx1"/>
        </a:buClr>
        <a:buFont typeface="Times" pitchFamily="18" charset="0"/>
        <a:buChar char="•"/>
        <a:defRPr sz="2000">
          <a:solidFill>
            <a:schemeClr val="tx1"/>
          </a:solidFill>
          <a:latin typeface="+mn-lt"/>
          <a:ea typeface="+mn-ea"/>
          <a:cs typeface="+mn-cs"/>
        </a:defRPr>
      </a:lvl7pPr>
      <a:lvl8pPr marL="2868930" indent="-173355" algn="l" rtl="0" eaLnBrk="1" fontAlgn="base" hangingPunct="1">
        <a:lnSpc>
          <a:spcPct val="90000"/>
        </a:lnSpc>
        <a:spcBef>
          <a:spcPct val="30000"/>
        </a:spcBef>
        <a:spcAft>
          <a:spcPct val="10000"/>
        </a:spcAft>
        <a:buClr>
          <a:schemeClr val="tx1"/>
        </a:buClr>
        <a:buFont typeface="Times" pitchFamily="18" charset="0"/>
        <a:buChar char="•"/>
        <a:defRPr sz="2000">
          <a:solidFill>
            <a:schemeClr val="tx1"/>
          </a:solidFill>
          <a:latin typeface="+mn-lt"/>
          <a:ea typeface="+mn-ea"/>
          <a:cs typeface="+mn-cs"/>
        </a:defRPr>
      </a:lvl8pPr>
      <a:lvl9pPr marL="3326130" indent="-173355" algn="l" rtl="0" eaLnBrk="1" fontAlgn="base" hangingPunct="1">
        <a:lnSpc>
          <a:spcPct val="90000"/>
        </a:lnSpc>
        <a:spcBef>
          <a:spcPct val="30000"/>
        </a:spcBef>
        <a:spcAft>
          <a:spcPct val="10000"/>
        </a:spcAft>
        <a:buClr>
          <a:schemeClr val="tx1"/>
        </a:buClr>
        <a:buFont typeface="Times" pitchFamily="18" charset="0"/>
        <a:buChar char="•"/>
        <a:defRPr sz="20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7" name="Rectangle 3"/>
          <p:cNvSpPr>
            <a:spLocks noChangeArrowheads="1"/>
          </p:cNvSpPr>
          <p:nvPr/>
        </p:nvSpPr>
        <p:spPr bwMode="auto">
          <a:xfrm>
            <a:off x="857251" y="1340768"/>
            <a:ext cx="9474200" cy="3817938"/>
          </a:xfrm>
          <a:prstGeom prst="rect">
            <a:avLst/>
          </a:prstGeom>
          <a:noFill/>
          <a:ln w="9525">
            <a:noFill/>
            <a:miter lim="800000"/>
          </a:ln>
        </p:spPr>
        <p:txBody>
          <a:bodyPr lIns="92075" tIns="46038" rIns="92075" bIns="46038"/>
          <a:lstStyle/>
          <a:p>
            <a:pPr marL="228600" indent="-228600" algn="just">
              <a:lnSpc>
                <a:spcPct val="150000"/>
              </a:lnSpc>
              <a:spcBef>
                <a:spcPct val="50000"/>
              </a:spcBef>
              <a:spcAft>
                <a:spcPct val="15000"/>
              </a:spcAft>
              <a:buClr>
                <a:schemeClr val="bg1"/>
              </a:buClr>
              <a:buFontTx/>
              <a:buChar char="•"/>
            </a:pPr>
            <a:r>
              <a:rPr lang="en-US" altLang="zh-CN" sz="2400" dirty="0" smtClean="0">
                <a:solidFill>
                  <a:schemeClr val="tx1">
                    <a:lumMod val="95000"/>
                    <a:lumOff val="5000"/>
                  </a:schemeClr>
                </a:solidFill>
                <a:latin typeface="宋体" panose="02010600030101010101" pitchFamily="2" charset="-122"/>
              </a:rPr>
              <a:t>7.1 </a:t>
            </a:r>
            <a:r>
              <a:rPr lang="zh-CN" altLang="en-US" sz="2400" dirty="0" smtClean="0">
                <a:solidFill>
                  <a:schemeClr val="tx1">
                    <a:lumMod val="95000"/>
                    <a:lumOff val="5000"/>
                  </a:schemeClr>
                </a:solidFill>
                <a:latin typeface="宋体" panose="02010600030101010101" pitchFamily="2" charset="-122"/>
              </a:rPr>
              <a:t>简介</a:t>
            </a:r>
            <a:endParaRPr lang="en-US" altLang="zh-CN" sz="24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buFontTx/>
              <a:buChar char="•"/>
            </a:pPr>
            <a:r>
              <a:rPr lang="en-US" altLang="zh-CN" sz="2400" dirty="0" smtClean="0">
                <a:solidFill>
                  <a:schemeClr val="tx1">
                    <a:lumMod val="95000"/>
                    <a:lumOff val="5000"/>
                  </a:schemeClr>
                </a:solidFill>
                <a:latin typeface="宋体" panose="02010600030101010101" pitchFamily="2" charset="-122"/>
              </a:rPr>
              <a:t>7.2 </a:t>
            </a:r>
            <a:r>
              <a:rPr lang="zh-CN" altLang="en-US" sz="2400" dirty="0" smtClean="0">
                <a:solidFill>
                  <a:schemeClr val="tx1">
                    <a:lumMod val="95000"/>
                    <a:lumOff val="5000"/>
                  </a:schemeClr>
                </a:solidFill>
                <a:latin typeface="宋体" panose="02010600030101010101" pitchFamily="2" charset="-122"/>
              </a:rPr>
              <a:t>文件读取</a:t>
            </a:r>
            <a:endParaRPr lang="en-US" altLang="zh-CN" sz="24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buFontTx/>
              <a:buChar char="•"/>
            </a:pPr>
            <a:r>
              <a:rPr lang="en-US" altLang="zh-CN" sz="2400" dirty="0" smtClean="0">
                <a:solidFill>
                  <a:schemeClr val="tx1">
                    <a:lumMod val="95000"/>
                    <a:lumOff val="5000"/>
                  </a:schemeClr>
                </a:solidFill>
                <a:latin typeface="宋体" panose="02010600030101010101" pitchFamily="2" charset="-122"/>
              </a:rPr>
              <a:t>7.3 </a:t>
            </a:r>
            <a:r>
              <a:rPr lang="zh-CN" altLang="en-US" sz="2400" dirty="0" smtClean="0">
                <a:solidFill>
                  <a:schemeClr val="tx1">
                    <a:lumMod val="95000"/>
                    <a:lumOff val="5000"/>
                  </a:schemeClr>
                </a:solidFill>
                <a:latin typeface="宋体" panose="02010600030101010101" pitchFamily="2" charset="-122"/>
              </a:rPr>
              <a:t>文件写入</a:t>
            </a:r>
            <a:endParaRPr lang="zh-CN" altLang="en-US" sz="24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buFontTx/>
              <a:buChar char="•"/>
            </a:pPr>
            <a:r>
              <a:rPr lang="en-US" altLang="zh-CN" sz="2400" dirty="0" smtClean="0">
                <a:solidFill>
                  <a:schemeClr val="tx1">
                    <a:lumMod val="95000"/>
                    <a:lumOff val="5000"/>
                  </a:schemeClr>
                </a:solidFill>
                <a:latin typeface="宋体" panose="02010600030101010101" pitchFamily="2" charset="-122"/>
              </a:rPr>
              <a:t>7.4 </a:t>
            </a:r>
            <a:r>
              <a:rPr lang="zh-CN" altLang="en-US" sz="2400" dirty="0" smtClean="0">
                <a:solidFill>
                  <a:schemeClr val="tx1">
                    <a:lumMod val="95000"/>
                    <a:lumOff val="5000"/>
                  </a:schemeClr>
                </a:solidFill>
                <a:latin typeface="宋体" panose="02010600030101010101" pitchFamily="2" charset="-122"/>
              </a:rPr>
              <a:t>文件中文处理</a:t>
            </a:r>
            <a:endParaRPr lang="zh-CN" altLang="en-US" sz="2400" dirty="0" smtClean="0">
              <a:solidFill>
                <a:schemeClr val="tx1">
                  <a:lumMod val="95000"/>
                  <a:lumOff val="5000"/>
                </a:schemeClr>
              </a:solidFill>
              <a:latin typeface="宋体" panose="02010600030101010101" pitchFamily="2" charset="-122"/>
            </a:endParaRPr>
          </a:p>
        </p:txBody>
      </p:sp>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zh-CN" altLang="en-US" sz="4000" b="1" dirty="0" smtClean="0">
                <a:solidFill>
                  <a:srgbClr val="FFFF00"/>
                </a:solidFill>
                <a:latin typeface="宋体" panose="02010600030101010101" pitchFamily="2" charset="-122"/>
                <a:cs typeface="+mj-cs"/>
                <a:sym typeface="Calibri Light" panose="020F0302020204030204" pitchFamily="34" charset="0"/>
              </a:rPr>
              <a:t>第七章 文件处理</a:t>
            </a:r>
            <a:endParaRPr lang="zh-CN" altLang="en-US" sz="4000" b="1" dirty="0" smtClean="0">
              <a:solidFill>
                <a:srgbClr val="FFFF00"/>
              </a:solidFill>
              <a:latin typeface="宋体" panose="02010600030101010101" pitchFamily="2" charset="-122"/>
              <a:cs typeface="+mj-cs"/>
              <a:sym typeface="Calibri Light" panose="020F0302020204030204" pitchFamily="34" charset="0"/>
            </a:endParaRP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0307">
                                            <p:txEl>
                                              <p:pRg st="0" end="0"/>
                                            </p:txEl>
                                          </p:spTgt>
                                        </p:tgtEl>
                                        <p:attrNameLst>
                                          <p:attrName>style.visibility</p:attrName>
                                        </p:attrNameLst>
                                      </p:cBhvr>
                                      <p:to>
                                        <p:strVal val="visible"/>
                                      </p:to>
                                    </p:set>
                                    <p:animEffect transition="in" filter="wipe(left)">
                                      <p:cBhvr>
                                        <p:cTn id="7" dur="500"/>
                                        <p:tgtEl>
                                          <p:spTgt spid="6103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0307">
                                            <p:txEl>
                                              <p:pRg st="1" end="1"/>
                                            </p:txEl>
                                          </p:spTgt>
                                        </p:tgtEl>
                                        <p:attrNameLst>
                                          <p:attrName>style.visibility</p:attrName>
                                        </p:attrNameLst>
                                      </p:cBhvr>
                                      <p:to>
                                        <p:strVal val="visible"/>
                                      </p:to>
                                    </p:set>
                                    <p:animEffect transition="in" filter="wipe(left)">
                                      <p:cBhvr>
                                        <p:cTn id="12" dur="500"/>
                                        <p:tgtEl>
                                          <p:spTgt spid="6103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0307">
                                            <p:txEl>
                                              <p:pRg st="2" end="2"/>
                                            </p:txEl>
                                          </p:spTgt>
                                        </p:tgtEl>
                                        <p:attrNameLst>
                                          <p:attrName>style.visibility</p:attrName>
                                        </p:attrNameLst>
                                      </p:cBhvr>
                                      <p:to>
                                        <p:strVal val="visible"/>
                                      </p:to>
                                    </p:set>
                                    <p:animEffect transition="in" filter="wipe(left)">
                                      <p:cBhvr>
                                        <p:cTn id="17" dur="500"/>
                                        <p:tgtEl>
                                          <p:spTgt spid="6103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0307">
                                            <p:txEl>
                                              <p:pRg st="3" end="3"/>
                                            </p:txEl>
                                          </p:spTgt>
                                        </p:tgtEl>
                                        <p:attrNameLst>
                                          <p:attrName>style.visibility</p:attrName>
                                        </p:attrNameLst>
                                      </p:cBhvr>
                                      <p:to>
                                        <p:strVal val="visible"/>
                                      </p:to>
                                    </p:set>
                                    <p:animEffect transition="in" filter="wipe(left)">
                                      <p:cBhvr>
                                        <p:cTn id="22" dur="500"/>
                                        <p:tgtEl>
                                          <p:spTgt spid="6103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7" grpId="0" autoUpdateAnimBg="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7" name="Rectangle 3"/>
          <p:cNvSpPr>
            <a:spLocks noChangeArrowheads="1"/>
          </p:cNvSpPr>
          <p:nvPr/>
        </p:nvSpPr>
        <p:spPr bwMode="auto">
          <a:xfrm>
            <a:off x="857251" y="1340768"/>
            <a:ext cx="9474200" cy="3817938"/>
          </a:xfrm>
          <a:prstGeom prst="rect">
            <a:avLst/>
          </a:prstGeom>
          <a:noFill/>
          <a:ln w="9525">
            <a:noFill/>
            <a:miter lim="800000"/>
          </a:ln>
        </p:spPr>
        <p:txBody>
          <a:bodyPr lIns="92075" tIns="46038" rIns="92075" bIns="46038"/>
          <a:lstStyle/>
          <a:p>
            <a:pPr marL="228600" indent="-228600" algn="just">
              <a:lnSpc>
                <a:spcPct val="150000"/>
              </a:lnSpc>
              <a:spcBef>
                <a:spcPct val="50000"/>
              </a:spcBef>
              <a:spcAft>
                <a:spcPct val="15000"/>
              </a:spcAft>
              <a:buClr>
                <a:schemeClr val="bg1"/>
              </a:buClr>
            </a:pPr>
            <a:r>
              <a:rPr lang="zh-CN" altLang="en-US" sz="2400" dirty="0" smtClean="0">
                <a:solidFill>
                  <a:schemeClr val="tx1">
                    <a:lumMod val="95000"/>
                    <a:lumOff val="5000"/>
                  </a:schemeClr>
                </a:solidFill>
                <a:latin typeface="宋体" panose="02010600030101010101" pitchFamily="2" charset="-122"/>
              </a:rPr>
              <a:t>很多时候</a:t>
            </a:r>
            <a:r>
              <a:rPr lang="en-US" altLang="zh-CN" sz="2400" dirty="0" smtClean="0">
                <a:solidFill>
                  <a:schemeClr val="tx1">
                    <a:lumMod val="95000"/>
                    <a:lumOff val="5000"/>
                  </a:schemeClr>
                </a:solidFill>
                <a:latin typeface="宋体" panose="02010600030101010101" pitchFamily="2" charset="-122"/>
              </a:rPr>
              <a:t>python</a:t>
            </a:r>
            <a:r>
              <a:rPr lang="zh-CN" altLang="en-US" sz="2400" dirty="0" smtClean="0">
                <a:solidFill>
                  <a:schemeClr val="tx1">
                    <a:lumMod val="95000"/>
                    <a:lumOff val="5000"/>
                  </a:schemeClr>
                </a:solidFill>
                <a:latin typeface="宋体" panose="02010600030101010101" pitchFamily="2" charset="-122"/>
              </a:rPr>
              <a:t>程序的输入</a:t>
            </a:r>
            <a:r>
              <a:rPr lang="en-US" altLang="zh-CN" sz="2400" dirty="0" smtClean="0">
                <a:solidFill>
                  <a:schemeClr val="tx1">
                    <a:lumMod val="95000"/>
                    <a:lumOff val="5000"/>
                  </a:schemeClr>
                </a:solidFill>
                <a:latin typeface="宋体" panose="02010600030101010101" pitchFamily="2" charset="-122"/>
              </a:rPr>
              <a:t>/</a:t>
            </a:r>
            <a:r>
              <a:rPr lang="zh-CN" altLang="en-US" sz="2400" dirty="0" smtClean="0">
                <a:solidFill>
                  <a:schemeClr val="tx1">
                    <a:lumMod val="95000"/>
                    <a:lumOff val="5000"/>
                  </a:schemeClr>
                </a:solidFill>
                <a:latin typeface="宋体" panose="02010600030101010101" pitchFamily="2" charset="-122"/>
              </a:rPr>
              <a:t>输出是与用户进行交互，从用户那里使用</a:t>
            </a:r>
            <a:r>
              <a:rPr lang="en-US" altLang="zh-CN" sz="2400" dirty="0" smtClean="0">
                <a:solidFill>
                  <a:schemeClr val="tx1">
                    <a:lumMod val="95000"/>
                    <a:lumOff val="5000"/>
                  </a:schemeClr>
                </a:solidFill>
                <a:latin typeface="宋体" panose="02010600030101010101" pitchFamily="2" charset="-122"/>
              </a:rPr>
              <a:t>input()</a:t>
            </a:r>
            <a:r>
              <a:rPr lang="zh-CN" altLang="en-US" sz="2400" dirty="0" smtClean="0">
                <a:solidFill>
                  <a:schemeClr val="tx1">
                    <a:lumMod val="95000"/>
                    <a:lumOff val="5000"/>
                  </a:schemeClr>
                </a:solidFill>
                <a:latin typeface="宋体" panose="02010600030101010101" pitchFamily="2" charset="-122"/>
              </a:rPr>
              <a:t>等方法获取输入，并使用</a:t>
            </a:r>
            <a:r>
              <a:rPr lang="en-US" altLang="zh-CN" sz="2400" dirty="0" smtClean="0">
                <a:solidFill>
                  <a:schemeClr val="tx1">
                    <a:lumMod val="95000"/>
                    <a:lumOff val="5000"/>
                  </a:schemeClr>
                </a:solidFill>
                <a:latin typeface="宋体" panose="02010600030101010101" pitchFamily="2" charset="-122"/>
              </a:rPr>
              <a:t>print()</a:t>
            </a:r>
            <a:r>
              <a:rPr lang="zh-CN" altLang="en-US" sz="2400" dirty="0" smtClean="0">
                <a:solidFill>
                  <a:schemeClr val="tx1">
                    <a:lumMod val="95000"/>
                    <a:lumOff val="5000"/>
                  </a:schemeClr>
                </a:solidFill>
                <a:latin typeface="宋体" panose="02010600030101010101" pitchFamily="2" charset="-122"/>
              </a:rPr>
              <a:t>等方法打印一些结果</a:t>
            </a:r>
            <a:endParaRPr lang="en-US" altLang="zh-CN" sz="24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pPr>
            <a:r>
              <a:rPr lang="zh-CN" altLang="en-US" sz="2400" dirty="0" smtClean="0">
                <a:solidFill>
                  <a:schemeClr val="tx1">
                    <a:lumMod val="95000"/>
                    <a:lumOff val="5000"/>
                  </a:schemeClr>
                </a:solidFill>
                <a:latin typeface="宋体" panose="02010600030101010101" pitchFamily="2" charset="-122"/>
              </a:rPr>
              <a:t>另外一个常用的输入</a:t>
            </a:r>
            <a:r>
              <a:rPr lang="en-US" altLang="zh-CN" sz="2400" dirty="0" smtClean="0">
                <a:solidFill>
                  <a:schemeClr val="tx1">
                    <a:lumMod val="95000"/>
                    <a:lumOff val="5000"/>
                  </a:schemeClr>
                </a:solidFill>
                <a:latin typeface="宋体" panose="02010600030101010101" pitchFamily="2" charset="-122"/>
              </a:rPr>
              <a:t>/</a:t>
            </a:r>
            <a:r>
              <a:rPr lang="zh-CN" altLang="en-US" sz="2400" dirty="0" smtClean="0">
                <a:solidFill>
                  <a:schemeClr val="tx1">
                    <a:lumMod val="95000"/>
                    <a:lumOff val="5000"/>
                  </a:schemeClr>
                </a:solidFill>
                <a:latin typeface="宋体" panose="02010600030101010101" pitchFamily="2" charset="-122"/>
              </a:rPr>
              <a:t>输出类型是处理文件，比如需要长期存储程序中产生的数据或从文件中读取大数据量的数据，因此创建、读、写文件是许多程序所必需的</a:t>
            </a:r>
            <a:endParaRPr lang="en-US" altLang="zh-CN" sz="2400" dirty="0" smtClean="0">
              <a:solidFill>
                <a:schemeClr val="tx1">
                  <a:lumMod val="95000"/>
                  <a:lumOff val="5000"/>
                </a:schemeClr>
              </a:solidFill>
              <a:latin typeface="宋体" panose="02010600030101010101" pitchFamily="2" charset="-122"/>
            </a:endParaRPr>
          </a:p>
        </p:txBody>
      </p:sp>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7.1 </a:t>
            </a:r>
            <a:r>
              <a:rPr lang="zh-CN" altLang="en-US" sz="4000" b="1" dirty="0" smtClean="0">
                <a:solidFill>
                  <a:srgbClr val="FFFF00"/>
                </a:solidFill>
                <a:latin typeface="宋体" panose="02010600030101010101" pitchFamily="2" charset="-122"/>
                <a:cs typeface="+mj-cs"/>
                <a:sym typeface="Calibri Light" panose="020F0302020204030204" pitchFamily="34" charset="0"/>
              </a:rPr>
              <a:t>简介</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0307">
                                            <p:txEl>
                                              <p:pRg st="0" end="0"/>
                                            </p:txEl>
                                          </p:spTgt>
                                        </p:tgtEl>
                                        <p:attrNameLst>
                                          <p:attrName>style.visibility</p:attrName>
                                        </p:attrNameLst>
                                      </p:cBhvr>
                                      <p:to>
                                        <p:strVal val="visible"/>
                                      </p:to>
                                    </p:set>
                                    <p:animEffect transition="in" filter="wipe(left)">
                                      <p:cBhvr>
                                        <p:cTn id="7" dur="500"/>
                                        <p:tgtEl>
                                          <p:spTgt spid="6103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0307">
                                            <p:txEl>
                                              <p:pRg st="1" end="1"/>
                                            </p:txEl>
                                          </p:spTgt>
                                        </p:tgtEl>
                                        <p:attrNameLst>
                                          <p:attrName>style.visibility</p:attrName>
                                        </p:attrNameLst>
                                      </p:cBhvr>
                                      <p:to>
                                        <p:strVal val="visible"/>
                                      </p:to>
                                    </p:set>
                                    <p:animEffect transition="in" filter="wipe(left)">
                                      <p:cBhvr>
                                        <p:cTn id="12" dur="500"/>
                                        <p:tgtEl>
                                          <p:spTgt spid="6103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7" grpId="0" autoUpdateAnimBg="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7.2 </a:t>
            </a:r>
            <a:r>
              <a:rPr lang="zh-CN" altLang="en-US" sz="4000" b="1" dirty="0" smtClean="0">
                <a:solidFill>
                  <a:srgbClr val="FFFF00"/>
                </a:solidFill>
                <a:latin typeface="宋体" panose="02010600030101010101" pitchFamily="2" charset="-122"/>
                <a:cs typeface="+mj-cs"/>
                <a:sym typeface="Calibri Light" panose="020F0302020204030204" pitchFamily="34" charset="0"/>
              </a:rPr>
              <a:t>文件读取</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sp>
        <p:nvSpPr>
          <p:cNvPr id="3" name="内容占位符 2"/>
          <p:cNvSpPr>
            <a:spLocks noGrp="1"/>
          </p:cNvSpPr>
          <p:nvPr>
            <p:ph idx="1"/>
          </p:nvPr>
        </p:nvSpPr>
        <p:spPr>
          <a:xfrm>
            <a:off x="838200" y="1308100"/>
            <a:ext cx="10515600" cy="4869180"/>
          </a:xfrm>
        </p:spPr>
        <p:txBody>
          <a:bodyPr>
            <a:normAutofit/>
          </a:bodyPr>
          <a:p>
            <a:pPr>
              <a:buFont typeface="Wingdings" panose="05000000000000000000" charset="0"/>
              <a:buChar char="u"/>
            </a:pPr>
            <a:r>
              <a:rPr lang="zh-CN" altLang="en-US" sz="2400">
                <a:solidFill>
                  <a:schemeClr val="tx1"/>
                </a:solidFill>
                <a:latin typeface="宋体" panose="02010600030101010101" pitchFamily="2" charset="-122"/>
                <a:ea typeface="宋体" panose="02010600030101010101" pitchFamily="2" charset="-122"/>
              </a:rPr>
              <a:t>文件的打开</a:t>
            </a:r>
            <a:endParaRPr lang="zh-CN" altLang="en-US" sz="2400">
              <a:solidFill>
                <a:schemeClr val="tx1"/>
              </a:solidFill>
              <a:latin typeface="宋体" panose="02010600030101010101" pitchFamily="2" charset="-122"/>
              <a:ea typeface="宋体" panose="02010600030101010101" pitchFamily="2" charset="-122"/>
            </a:endParaRPr>
          </a:p>
          <a:p>
            <a:pPr indent="0" fontAlgn="auto">
              <a:buFont typeface="Wingdings" panose="05000000000000000000" charset="0"/>
              <a:buNone/>
            </a:pPr>
            <a:r>
              <a:rPr lang="en-US" altLang="zh-CN" sz="2400">
                <a:solidFill>
                  <a:srgbClr val="0070C0"/>
                </a:solidFill>
                <a:latin typeface="宋体" panose="02010600030101010101" pitchFamily="2" charset="-122"/>
                <a:ea typeface="宋体" panose="02010600030101010101" pitchFamily="2" charset="-122"/>
              </a:rPr>
              <a:t>file_object</a:t>
            </a:r>
            <a:r>
              <a:rPr lang="en-US" altLang="zh-CN" sz="2400">
                <a:solidFill>
                  <a:schemeClr val="tx1"/>
                </a:solidFill>
                <a:latin typeface="宋体" panose="02010600030101010101" pitchFamily="2" charset="-122"/>
                <a:ea typeface="宋体" panose="02010600030101010101" pitchFamily="2" charset="-122"/>
              </a:rPr>
              <a:t> = </a:t>
            </a:r>
            <a:r>
              <a:rPr lang="en-US" altLang="zh-CN" sz="2400">
                <a:solidFill>
                  <a:schemeClr val="accent2"/>
                </a:solidFill>
                <a:latin typeface="宋体" panose="02010600030101010101" pitchFamily="2" charset="-122"/>
                <a:ea typeface="宋体" panose="02010600030101010101" pitchFamily="2" charset="-122"/>
              </a:rPr>
              <a:t>open </a:t>
            </a:r>
            <a:r>
              <a:rPr lang="en-US" altLang="zh-CN" sz="2400">
                <a:solidFill>
                  <a:schemeClr val="tx1"/>
                </a:solidFill>
                <a:latin typeface="宋体" panose="02010600030101010101" pitchFamily="2" charset="-122"/>
                <a:ea typeface="宋体" panose="02010600030101010101" pitchFamily="2" charset="-122"/>
              </a:rPr>
              <a:t>(file_path, access_mode=</a:t>
            </a:r>
            <a:r>
              <a:rPr lang="en-US" altLang="zh-CN" sz="2400">
                <a:solidFill>
                  <a:srgbClr val="0070C0"/>
                </a:solidFill>
                <a:latin typeface="宋体" panose="02010600030101010101" pitchFamily="2" charset="-122"/>
                <a:ea typeface="宋体" panose="02010600030101010101" pitchFamily="2" charset="-122"/>
              </a:rPr>
              <a:t>'r'</a:t>
            </a:r>
            <a:r>
              <a:rPr lang="en-US" altLang="zh-CN" sz="2400">
                <a:solidFill>
                  <a:schemeClr val="tx1"/>
                </a:solidFill>
                <a:latin typeface="宋体" panose="02010600030101010101" pitchFamily="2" charset="-122"/>
                <a:ea typeface="宋体" panose="02010600030101010101" pitchFamily="2" charset="-122"/>
              </a:rPr>
              <a:t>)</a:t>
            </a:r>
            <a:endParaRPr lang="en-US" altLang="zh-CN" sz="2400">
              <a:solidFill>
                <a:schemeClr val="tx1"/>
              </a:solidFill>
              <a:latin typeface="宋体" panose="02010600030101010101" pitchFamily="2" charset="-122"/>
              <a:ea typeface="宋体" panose="02010600030101010101" pitchFamily="2" charset="-122"/>
            </a:endParaRPr>
          </a:p>
          <a:p>
            <a:pPr marL="230505" indent="-230505" fontAlgn="auto">
              <a:buFont typeface="Wingdings" panose="05000000000000000000" charset="0"/>
              <a:buChar char="u"/>
            </a:pPr>
            <a:r>
              <a:rPr lang="en-US" altLang="zh-CN" sz="2400">
                <a:solidFill>
                  <a:schemeClr val="tx1"/>
                </a:solidFill>
                <a:latin typeface="宋体" panose="02010600030101010101" pitchFamily="2" charset="-122"/>
                <a:ea typeface="宋体" panose="02010600030101010101" pitchFamily="2" charset="-122"/>
                <a:sym typeface="+mn-ea"/>
              </a:rPr>
              <a:t>file_path</a:t>
            </a:r>
            <a:endParaRPr lang="en-US" altLang="zh-CN" sz="2400">
              <a:solidFill>
                <a:schemeClr val="tx1"/>
              </a:solidFill>
              <a:latin typeface="宋体" panose="02010600030101010101" pitchFamily="2" charset="-122"/>
              <a:ea typeface="宋体" panose="02010600030101010101" pitchFamily="2" charset="-122"/>
              <a:sym typeface="+mn-ea"/>
            </a:endParaRPr>
          </a:p>
          <a:p>
            <a:pPr indent="457200" fontAlgn="auto">
              <a:buFont typeface="Wingdings" panose="05000000000000000000" charset="0"/>
              <a:buChar char="Ø"/>
            </a:pPr>
            <a:r>
              <a:rPr lang="zh-CN" altLang="en-US" sz="2400">
                <a:solidFill>
                  <a:schemeClr val="tx1"/>
                </a:solidFill>
                <a:latin typeface="宋体" panose="02010600030101010101" pitchFamily="2" charset="-122"/>
                <a:ea typeface="宋体" panose="02010600030101010101" pitchFamily="2" charset="-122"/>
              </a:rPr>
              <a:t>文件路径：相对路径和绝对路径</a:t>
            </a:r>
            <a:endParaRPr lang="zh-CN" altLang="en-US" sz="2400">
              <a:solidFill>
                <a:schemeClr val="tx1"/>
              </a:solidFill>
              <a:latin typeface="宋体" panose="02010600030101010101" pitchFamily="2" charset="-122"/>
              <a:ea typeface="宋体" panose="02010600030101010101" pitchFamily="2" charset="-122"/>
            </a:endParaRPr>
          </a:p>
          <a:p>
            <a:pPr marL="230505" indent="-342900" fontAlgn="auto">
              <a:buFont typeface="Wingdings" panose="05000000000000000000" charset="0"/>
              <a:buChar char="u"/>
            </a:pPr>
            <a:r>
              <a:rPr lang="en-US" altLang="zh-CN" sz="2400">
                <a:solidFill>
                  <a:schemeClr val="tx1"/>
                </a:solidFill>
                <a:latin typeface="宋体" panose="02010600030101010101" pitchFamily="2" charset="-122"/>
                <a:ea typeface="宋体" panose="02010600030101010101" pitchFamily="2" charset="-122"/>
                <a:sym typeface="+mn-ea"/>
              </a:rPr>
              <a:t>access_mode</a:t>
            </a:r>
            <a:endParaRPr lang="en-US" altLang="zh-CN" sz="2400">
              <a:solidFill>
                <a:schemeClr val="tx1"/>
              </a:solidFill>
              <a:latin typeface="宋体" panose="02010600030101010101" pitchFamily="2" charset="-122"/>
              <a:ea typeface="宋体" panose="02010600030101010101" pitchFamily="2" charset="-122"/>
              <a:sym typeface="+mn-ea"/>
            </a:endParaRPr>
          </a:p>
          <a:p>
            <a:pPr indent="457200" fontAlgn="auto">
              <a:buFont typeface="Wingdings" panose="05000000000000000000" charset="0"/>
              <a:buChar char="Ø"/>
            </a:pPr>
            <a:r>
              <a:rPr lang="zh-CN" altLang="en-US" sz="2400">
                <a:solidFill>
                  <a:schemeClr val="tx1"/>
                </a:solidFill>
                <a:latin typeface="宋体" panose="02010600030101010101" pitchFamily="2" charset="-122"/>
                <a:ea typeface="宋体" panose="02010600030101010101" pitchFamily="2" charset="-122"/>
              </a:rPr>
              <a:t>读</a:t>
            </a:r>
            <a:r>
              <a:rPr lang="en-US" altLang="zh-CN" sz="2400">
                <a:solidFill>
                  <a:schemeClr val="tx1"/>
                </a:solidFill>
                <a:latin typeface="宋体" panose="02010600030101010101" pitchFamily="2" charset="-122"/>
                <a:ea typeface="宋体" panose="02010600030101010101" pitchFamily="2" charset="-122"/>
              </a:rPr>
              <a:t>r</a:t>
            </a:r>
            <a:r>
              <a:rPr lang="zh-CN" altLang="en-US" sz="2400">
                <a:solidFill>
                  <a:schemeClr val="tx1"/>
                </a:solidFill>
                <a:latin typeface="宋体" panose="02010600030101010101" pitchFamily="2" charset="-122"/>
                <a:ea typeface="宋体" panose="02010600030101010101" pitchFamily="2" charset="-122"/>
              </a:rPr>
              <a:t> （定义时等于号指定的值，缺省参数）</a:t>
            </a:r>
            <a:endParaRPr lang="zh-CN" altLang="en-US" sz="2400">
              <a:solidFill>
                <a:schemeClr val="tx1"/>
              </a:solidFill>
              <a:latin typeface="宋体" panose="02010600030101010101" pitchFamily="2" charset="-122"/>
              <a:ea typeface="宋体" panose="02010600030101010101" pitchFamily="2" charset="-122"/>
            </a:endParaRPr>
          </a:p>
          <a:p>
            <a:pPr marL="230505" indent="342265" fontAlgn="auto">
              <a:buFont typeface="Wingdings" panose="05000000000000000000" charset="0"/>
              <a:buChar char="Ø"/>
            </a:pPr>
            <a:r>
              <a:rPr lang="zh-CN" altLang="en-US" sz="2400">
                <a:solidFill>
                  <a:schemeClr val="tx1"/>
                </a:solidFill>
                <a:latin typeface="宋体" panose="02010600030101010101" pitchFamily="2" charset="-122"/>
                <a:ea typeface="宋体" panose="02010600030101010101" pitchFamily="2" charset="-122"/>
              </a:rPr>
              <a:t>写</a:t>
            </a:r>
            <a:r>
              <a:rPr lang="en-US" altLang="zh-CN" sz="2400">
                <a:solidFill>
                  <a:schemeClr val="tx1"/>
                </a:solidFill>
                <a:latin typeface="宋体" panose="02010600030101010101" pitchFamily="2" charset="-122"/>
                <a:ea typeface="宋体" panose="02010600030101010101" pitchFamily="2" charset="-122"/>
              </a:rPr>
              <a:t>w</a:t>
            </a:r>
            <a:endParaRPr lang="zh-CN" altLang="en-US" sz="2400">
              <a:solidFill>
                <a:schemeClr val="tx1"/>
              </a:solidFill>
              <a:latin typeface="宋体" panose="02010600030101010101" pitchFamily="2" charset="-122"/>
              <a:ea typeface="宋体" panose="02010600030101010101" pitchFamily="2" charset="-122"/>
            </a:endParaRPr>
          </a:p>
          <a:p>
            <a:pPr marL="230505" indent="342265" fontAlgn="auto">
              <a:buFont typeface="Wingdings" panose="05000000000000000000" charset="0"/>
              <a:buChar char="Ø"/>
            </a:pPr>
            <a:r>
              <a:rPr lang="zh-CN" altLang="en-US" sz="2400">
                <a:solidFill>
                  <a:schemeClr val="tx1"/>
                </a:solidFill>
                <a:latin typeface="宋体" panose="02010600030101010101" pitchFamily="2" charset="-122"/>
                <a:ea typeface="宋体" panose="02010600030101010101" pitchFamily="2" charset="-122"/>
              </a:rPr>
              <a:t>读+写</a:t>
            </a:r>
            <a:endParaRPr lang="zh-CN" altLang="en-US" sz="2400">
              <a:solidFill>
                <a:schemeClr val="tx1"/>
              </a:solidFill>
              <a:latin typeface="宋体" panose="02010600030101010101" pitchFamily="2" charset="-122"/>
              <a:ea typeface="宋体" panose="02010600030101010101" pitchFamily="2" charset="-122"/>
            </a:endParaRPr>
          </a:p>
        </p:txBody>
      </p:sp>
    </p:spTree>
  </p:cSld>
  <p:clrMapOvr>
    <a:masterClrMapping/>
  </p:clrMapOvr>
  <p:transition>
    <p:checke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7.2 </a:t>
            </a:r>
            <a:r>
              <a:rPr lang="zh-CN" altLang="en-US" sz="4000" b="1" dirty="0" smtClean="0">
                <a:solidFill>
                  <a:srgbClr val="FFFF00"/>
                </a:solidFill>
                <a:latin typeface="宋体" panose="02010600030101010101" pitchFamily="2" charset="-122"/>
                <a:cs typeface="+mj-cs"/>
                <a:sym typeface="Calibri Light" panose="020F0302020204030204" pitchFamily="34" charset="0"/>
              </a:rPr>
              <a:t>文件读取</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sp>
        <p:nvSpPr>
          <p:cNvPr id="5" name="内容占位符 4"/>
          <p:cNvSpPr>
            <a:spLocks noGrp="1"/>
          </p:cNvSpPr>
          <p:nvPr>
            <p:ph idx="1"/>
          </p:nvPr>
        </p:nvSpPr>
        <p:spPr>
          <a:xfrm>
            <a:off x="337820" y="1308100"/>
            <a:ext cx="10820400" cy="5326380"/>
          </a:xfrm>
        </p:spPr>
        <p:txBody>
          <a:bodyPr>
            <a:normAutofit/>
          </a:bodyPr>
          <a:p>
            <a:pPr>
              <a:buFont typeface="Wingdings" panose="05000000000000000000" charset="0"/>
              <a:buChar char="u"/>
            </a:pPr>
            <a:r>
              <a:rPr lang="zh-CN" altLang="en-US" sz="2400">
                <a:latin typeface="宋体" panose="02010600030101010101" pitchFamily="2" charset="-122"/>
                <a:ea typeface="宋体" panose="02010600030101010101" pitchFamily="2" charset="-122"/>
              </a:rPr>
              <a:t>什么就当前工作目录</a:t>
            </a:r>
            <a:endParaRPr lang="zh-CN" altLang="en-US" sz="2400">
              <a:latin typeface="宋体" panose="02010600030101010101" pitchFamily="2" charset="-122"/>
              <a:ea typeface="宋体" panose="02010600030101010101" pitchFamily="2" charset="-122"/>
            </a:endParaRPr>
          </a:p>
          <a:p>
            <a:pPr indent="230505" fontAlgn="auto">
              <a:buFont typeface="Wingdings" panose="05000000000000000000" charset="0"/>
              <a:buChar char="Ø"/>
            </a:pPr>
            <a:r>
              <a:rPr lang="zh-CN" altLang="en-US" sz="2400">
                <a:latin typeface="宋体" panose="02010600030101010101" pitchFamily="2" charset="-122"/>
                <a:ea typeface="宋体" panose="02010600030101010101" pitchFamily="2" charset="-122"/>
              </a:rPr>
              <a:t>每个运行的进程，都有个当前的工作目录</a:t>
            </a:r>
            <a:endParaRPr lang="en-US" altLang="zh-CN" sz="2400">
              <a:latin typeface="宋体" panose="02010600030101010101" pitchFamily="2" charset="-122"/>
              <a:ea typeface="宋体" panose="02010600030101010101" pitchFamily="2" charset="-122"/>
            </a:endParaRPr>
          </a:p>
          <a:p>
            <a:pPr marL="0" indent="0">
              <a:buFont typeface="Wingdings" panose="05000000000000000000" charset="0"/>
              <a:buNone/>
            </a:pPr>
            <a:r>
              <a:rPr lang="zh-CN" altLang="en-US" sz="2400">
                <a:latin typeface="宋体" panose="02010600030101010101" pitchFamily="2" charset="-122"/>
                <a:ea typeface="宋体" panose="02010600030101010101" pitchFamily="2" charset="-122"/>
              </a:rPr>
              <a:t>     在</a:t>
            </a:r>
            <a:r>
              <a:rPr lang="en-US" altLang="zh-CN" sz="2400">
                <a:latin typeface="宋体" panose="02010600030101010101" pitchFamily="2" charset="-122"/>
                <a:ea typeface="宋体" panose="02010600030101010101" pitchFamily="2" charset="-122"/>
              </a:rPr>
              <a:t>cmd,shell</a:t>
            </a:r>
            <a:r>
              <a:rPr lang="zh-CN" altLang="en-US" sz="2400">
                <a:latin typeface="宋体" panose="02010600030101010101" pitchFamily="2" charset="-122"/>
                <a:ea typeface="宋体" panose="02010600030101010101" pitchFamily="2" charset="-122"/>
              </a:rPr>
              <a:t>中打开，就是</a:t>
            </a:r>
            <a:r>
              <a:rPr lang="en-US" altLang="zh-CN" sz="2400">
                <a:latin typeface="宋体" panose="02010600030101010101" pitchFamily="2" charset="-122"/>
                <a:ea typeface="宋体" panose="02010600030101010101" pitchFamily="2" charset="-122"/>
              </a:rPr>
              <a:t>shell</a:t>
            </a:r>
            <a:r>
              <a:rPr lang="zh-CN" altLang="en-US" sz="2400">
                <a:latin typeface="宋体" panose="02010600030101010101" pitchFamily="2" charset="-122"/>
                <a:ea typeface="宋体" panose="02010600030101010101" pitchFamily="2" charset="-122"/>
              </a:rPr>
              <a:t>当前所在目录</a:t>
            </a:r>
            <a:endParaRPr lang="zh-CN" altLang="en-US" sz="2400">
              <a:latin typeface="宋体" panose="02010600030101010101" pitchFamily="2" charset="-122"/>
              <a:ea typeface="宋体" panose="02010600030101010101" pitchFamily="2" charset="-122"/>
            </a:endParaRPr>
          </a:p>
          <a:p>
            <a:pPr marL="0" indent="0">
              <a:buFont typeface="Wingdings" panose="05000000000000000000" charset="0"/>
              <a:buChar char="u"/>
            </a:pPr>
            <a:r>
              <a:rPr lang="zh-CN" altLang="en-US" sz="2400">
                <a:latin typeface="宋体" panose="02010600030101010101" pitchFamily="2" charset="-122"/>
                <a:ea typeface="宋体" panose="02010600030101010101" pitchFamily="2" charset="-122"/>
              </a:rPr>
              <a:t>如果进程操作文件，不是全路径，比如：</a:t>
            </a:r>
            <a:endParaRPr lang="zh-CN" altLang="en-US" sz="2400">
              <a:latin typeface="宋体" panose="02010600030101010101" pitchFamily="2" charset="-122"/>
              <a:ea typeface="宋体" panose="02010600030101010101" pitchFamily="2" charset="-122"/>
            </a:endParaRPr>
          </a:p>
          <a:p>
            <a:pPr marL="0" indent="0">
              <a:buFont typeface="Wingdings" panose="05000000000000000000" charset="0"/>
              <a:buChar char="u"/>
            </a:pPr>
            <a:endParaRPr lang="zh-CN" altLang="en-US" sz="2400">
              <a:latin typeface="宋体" panose="02010600030101010101" pitchFamily="2" charset="-122"/>
              <a:ea typeface="宋体" panose="02010600030101010101" pitchFamily="2" charset="-122"/>
            </a:endParaRPr>
          </a:p>
          <a:p>
            <a:pPr marL="0" indent="0">
              <a:buFont typeface="Wingdings" panose="05000000000000000000" charset="0"/>
              <a:buChar char="u"/>
            </a:pPr>
            <a:endParaRPr lang="zh-CN" altLang="en-US" sz="2400">
              <a:latin typeface="宋体" panose="02010600030101010101" pitchFamily="2" charset="-122"/>
              <a:ea typeface="宋体" panose="02010600030101010101" pitchFamily="2" charset="-122"/>
            </a:endParaRPr>
          </a:p>
          <a:p>
            <a:pPr marL="0" indent="0">
              <a:buFont typeface="Wingdings" panose="05000000000000000000" charset="0"/>
              <a:buChar char="u"/>
            </a:pPr>
            <a:endParaRPr lang="zh-CN" altLang="en-US" sz="2400">
              <a:latin typeface="宋体" panose="02010600030101010101" pitchFamily="2" charset="-122"/>
              <a:ea typeface="宋体" panose="02010600030101010101" pitchFamily="2" charset="-122"/>
            </a:endParaRPr>
          </a:p>
          <a:p>
            <a:pPr marL="0" indent="0">
              <a:buFont typeface="Wingdings" panose="05000000000000000000" charset="0"/>
              <a:buChar char="u"/>
            </a:pPr>
            <a:endParaRPr lang="zh-CN" altLang="en-US" sz="2400">
              <a:latin typeface="宋体" panose="02010600030101010101" pitchFamily="2" charset="-122"/>
              <a:ea typeface="宋体" panose="02010600030101010101" pitchFamily="2" charset="-122"/>
            </a:endParaRPr>
          </a:p>
          <a:p>
            <a:pPr indent="230505" fontAlgn="auto">
              <a:buFont typeface="Wingdings" panose="05000000000000000000" charset="0"/>
              <a:buChar char="Ø"/>
            </a:pPr>
            <a:r>
              <a:rPr lang="zh-CN" altLang="en-US" sz="2400">
                <a:latin typeface="宋体" panose="02010600030101010101" pitchFamily="2" charset="-122"/>
                <a:ea typeface="宋体" panose="02010600030101010101" pitchFamily="2" charset="-122"/>
              </a:rPr>
              <a:t>相对于当前目录来寻找该文件，称之为相对路径</a:t>
            </a:r>
            <a:endParaRPr lang="zh-CN" altLang="en-US" sz="2400">
              <a:latin typeface="宋体" panose="02010600030101010101" pitchFamily="2" charset="-122"/>
              <a:ea typeface="宋体" panose="02010600030101010101" pitchFamily="2" charset="-122"/>
            </a:endParaRPr>
          </a:p>
          <a:p>
            <a:pPr marL="0" indent="0">
              <a:buFont typeface="Wingdings" panose="05000000000000000000" charset="0"/>
              <a:buNone/>
            </a:pPr>
            <a:r>
              <a:rPr lang="zh-CN" altLang="en-US" sz="2400">
                <a:latin typeface="宋体" panose="02010600030101010101" pitchFamily="2" charset="-122"/>
                <a:ea typeface="宋体" panose="02010600030101010101" pitchFamily="2" charset="-122"/>
              </a:rPr>
              <a:t>    </a:t>
            </a:r>
            <a:endParaRPr lang="en-US" sz="2400">
              <a:latin typeface="宋体" panose="02010600030101010101" pitchFamily="2" charset="-122"/>
              <a:ea typeface="宋体" panose="02010600030101010101" pitchFamily="2" charset="-122"/>
              <a:sym typeface="+mn-ea"/>
            </a:endParaRPr>
          </a:p>
          <a:p>
            <a:pPr marL="0" indent="0">
              <a:buFont typeface="Wingdings" panose="05000000000000000000" charset="0"/>
              <a:buNone/>
            </a:pPr>
            <a:r>
              <a:rPr lang="en-US" sz="2400">
                <a:latin typeface="宋体" panose="02010600030101010101" pitchFamily="2" charset="-122"/>
                <a:ea typeface="宋体" panose="02010600030101010101" pitchFamily="2" charset="-122"/>
              </a:rPr>
              <a:t>          </a:t>
            </a:r>
            <a:endParaRPr lang="en-US" sz="2400">
              <a:latin typeface="宋体" panose="02010600030101010101" pitchFamily="2" charset="-122"/>
              <a:ea typeface="宋体" panose="02010600030101010101" pitchFamily="2" charset="-122"/>
            </a:endParaRPr>
          </a:p>
        </p:txBody>
      </p:sp>
      <p:pic>
        <p:nvPicPr>
          <p:cNvPr id="6" name="图片 5"/>
          <p:cNvPicPr>
            <a:picLocks noChangeAspect="1"/>
          </p:cNvPicPr>
          <p:nvPr/>
        </p:nvPicPr>
        <p:blipFill>
          <a:blip r:embed="rId1"/>
          <a:stretch>
            <a:fillRect/>
          </a:stretch>
        </p:blipFill>
        <p:spPr>
          <a:xfrm>
            <a:off x="838200" y="3198495"/>
            <a:ext cx="5698490" cy="1737995"/>
          </a:xfrm>
          <a:prstGeom prst="rect">
            <a:avLst/>
          </a:prstGeom>
        </p:spPr>
      </p:pic>
    </p:spTree>
  </p:cSld>
  <p:clrMapOvr>
    <a:masterClrMapping/>
  </p:clrMapOvr>
  <p:transition>
    <p:checke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7.2 </a:t>
            </a:r>
            <a:r>
              <a:rPr lang="zh-CN" altLang="en-US" sz="4000" b="1" dirty="0" smtClean="0">
                <a:solidFill>
                  <a:srgbClr val="FFFF00"/>
                </a:solidFill>
                <a:latin typeface="宋体" panose="02010600030101010101" pitchFamily="2" charset="-122"/>
                <a:cs typeface="+mj-cs"/>
                <a:sym typeface="Calibri Light" panose="020F0302020204030204" pitchFamily="34" charset="0"/>
              </a:rPr>
              <a:t>文件读取</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sp>
        <p:nvSpPr>
          <p:cNvPr id="3" name="内容占位符 2"/>
          <p:cNvSpPr>
            <a:spLocks noGrp="1"/>
          </p:cNvSpPr>
          <p:nvPr>
            <p:ph idx="1"/>
          </p:nvPr>
        </p:nvSpPr>
        <p:spPr>
          <a:xfrm>
            <a:off x="340360" y="1279525"/>
            <a:ext cx="11155045" cy="5234940"/>
          </a:xfrm>
        </p:spPr>
        <p:txBody>
          <a:bodyPr/>
          <a:p>
            <a:pPr>
              <a:buFont typeface="Wingdings" panose="05000000000000000000" charset="0"/>
              <a:buChar char="u"/>
            </a:pPr>
            <a:r>
              <a:rPr lang="en-US" sz="2400">
                <a:latin typeface="宋体" panose="02010600030101010101" pitchFamily="2" charset="-122"/>
                <a:ea typeface="宋体" panose="02010600030101010101" pitchFamily="2" charset="-122"/>
              </a:rPr>
              <a:t>r</a:t>
            </a:r>
            <a:endParaRPr lang="zh-CN" altLang="en-US" sz="2400">
              <a:latin typeface="宋体" panose="02010600030101010101" pitchFamily="2" charset="-122"/>
              <a:ea typeface="宋体" panose="02010600030101010101" pitchFamily="2" charset="-122"/>
            </a:endParaRPr>
          </a:p>
          <a:p>
            <a:pPr marL="0" indent="0">
              <a:buFont typeface="Wingdings" panose="05000000000000000000" charset="0"/>
              <a:buNone/>
            </a:pPr>
            <a:r>
              <a:rPr lang="zh-CN" altLang="en-US" sz="2400">
                <a:latin typeface="宋体" panose="02010600030101010101" pitchFamily="2" charset="-122"/>
                <a:ea typeface="宋体" panose="02010600030101010101" pitchFamily="2" charset="-122"/>
              </a:rPr>
              <a:t>    只是为了读取文件而打开文件，文件指针在文件的开头，这也是缺省的文件打开方式</a:t>
            </a:r>
            <a:endParaRPr lang="en-US" altLang="zh-CN" sz="2400">
              <a:latin typeface="宋体" panose="02010600030101010101" pitchFamily="2" charset="-122"/>
              <a:ea typeface="宋体" panose="02010600030101010101" pitchFamily="2" charset="-122"/>
            </a:endParaRPr>
          </a:p>
          <a:p>
            <a:pPr marL="0" indent="0">
              <a:buFont typeface="Wingdings" panose="05000000000000000000" charset="0"/>
              <a:buChar char="u"/>
            </a:pPr>
            <a:endParaRPr lang="zh-CN" altLang="en-US" sz="2400">
              <a:latin typeface="宋体" panose="02010600030101010101" pitchFamily="2" charset="-122"/>
              <a:ea typeface="宋体" panose="02010600030101010101" pitchFamily="2" charset="-122"/>
            </a:endParaRPr>
          </a:p>
          <a:p>
            <a:pPr marL="0" indent="0">
              <a:buFont typeface="Wingdings" panose="05000000000000000000" charset="0"/>
              <a:buChar char="u"/>
            </a:pPr>
            <a:endParaRPr lang="zh-CN" altLang="en-US" sz="2400">
              <a:latin typeface="宋体" panose="02010600030101010101" pitchFamily="2" charset="-122"/>
              <a:ea typeface="宋体" panose="02010600030101010101" pitchFamily="2" charset="-122"/>
            </a:endParaRPr>
          </a:p>
          <a:p>
            <a:pPr marL="0" indent="0">
              <a:buFont typeface="Wingdings" panose="05000000000000000000" charset="0"/>
              <a:buChar char="u"/>
            </a:pPr>
            <a:r>
              <a:rPr lang="zh-CN" altLang="en-US" sz="2400">
                <a:latin typeface="宋体" panose="02010600030101010101" pitchFamily="2" charset="-122"/>
                <a:ea typeface="宋体" panose="02010600030101010101" pitchFamily="2" charset="-122"/>
              </a:rPr>
              <a:t>假设文件</a:t>
            </a:r>
            <a:r>
              <a:rPr lang="en-US" altLang="zh-CN" sz="2400">
                <a:latin typeface="宋体" panose="02010600030101010101" pitchFamily="2" charset="-122"/>
                <a:ea typeface="宋体" panose="02010600030101010101" pitchFamily="2" charset="-122"/>
              </a:rPr>
              <a:t>abc</a:t>
            </a:r>
            <a:r>
              <a:rPr lang="zh-CN" altLang="en-US" sz="2400">
                <a:latin typeface="宋体" panose="02010600030101010101" pitchFamily="2" charset="-122"/>
                <a:ea typeface="宋体" panose="02010600030101010101" pitchFamily="2" charset="-122"/>
              </a:rPr>
              <a:t>内容如下：</a:t>
            </a:r>
            <a:endParaRPr lang="zh-CN" altLang="en-US" sz="2400">
              <a:latin typeface="宋体" panose="02010600030101010101" pitchFamily="2" charset="-122"/>
              <a:ea typeface="宋体" panose="02010600030101010101" pitchFamily="2" charset="-122"/>
            </a:endParaRPr>
          </a:p>
          <a:p>
            <a:pPr marL="0" indent="0">
              <a:buFont typeface="Wingdings" panose="05000000000000000000" charset="0"/>
              <a:buNone/>
            </a:pP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1234567</a:t>
            </a:r>
            <a:endParaRPr lang="en-US" altLang="zh-CN" sz="2400">
              <a:latin typeface="宋体" panose="02010600030101010101" pitchFamily="2" charset="-122"/>
              <a:ea typeface="宋体" panose="02010600030101010101" pitchFamily="2" charset="-122"/>
            </a:endParaRPr>
          </a:p>
          <a:p>
            <a:pPr marL="0" indent="0">
              <a:buFont typeface="Wingdings" panose="05000000000000000000" charset="0"/>
              <a:buNone/>
            </a:pPr>
            <a:r>
              <a:rPr lang="en-US" altLang="zh-CN" sz="2400">
                <a:latin typeface="宋体" panose="02010600030101010101" pitchFamily="2" charset="-122"/>
                <a:ea typeface="宋体" panose="02010600030101010101" pitchFamily="2" charset="-122"/>
              </a:rPr>
              <a:t>    abcdefg</a:t>
            </a:r>
            <a:endParaRPr lang="en-US" altLang="zh-CN" sz="2400">
              <a:latin typeface="宋体" panose="02010600030101010101" pitchFamily="2" charset="-122"/>
              <a:ea typeface="宋体" panose="02010600030101010101" pitchFamily="2" charset="-122"/>
            </a:endParaRPr>
          </a:p>
          <a:p>
            <a:pPr marL="0" indent="0">
              <a:buFont typeface="Wingdings" panose="05000000000000000000" charset="0"/>
              <a:buNone/>
            </a:pPr>
            <a:r>
              <a:rPr lang="en-US" altLang="zh-CN" sz="2400">
                <a:latin typeface="宋体" panose="02010600030101010101" pitchFamily="2" charset="-122"/>
                <a:ea typeface="宋体" panose="02010600030101010101" pitchFamily="2" charset="-122"/>
              </a:rPr>
              <a:t>    opqrst</a:t>
            </a:r>
            <a:endParaRPr lang="en-US" altLang="zh-CN" sz="2400">
              <a:latin typeface="宋体" panose="02010600030101010101" pitchFamily="2" charset="-122"/>
              <a:ea typeface="宋体" panose="02010600030101010101" pitchFamily="2" charset="-122"/>
            </a:endParaRPr>
          </a:p>
        </p:txBody>
      </p:sp>
      <p:pic>
        <p:nvPicPr>
          <p:cNvPr id="7" name="图片 6"/>
          <p:cNvPicPr>
            <a:picLocks noChangeAspect="1"/>
          </p:cNvPicPr>
          <p:nvPr/>
        </p:nvPicPr>
        <p:blipFill>
          <a:blip r:embed="rId1"/>
          <a:stretch>
            <a:fillRect/>
          </a:stretch>
        </p:blipFill>
        <p:spPr>
          <a:xfrm>
            <a:off x="708025" y="2638425"/>
            <a:ext cx="6888480" cy="567055"/>
          </a:xfrm>
          <a:prstGeom prst="rect">
            <a:avLst/>
          </a:prstGeom>
        </p:spPr>
      </p:pic>
    </p:spTree>
  </p:cSld>
  <p:clrMapOvr>
    <a:masterClrMapping/>
  </p:clrMapOvr>
  <p:transition>
    <p:checke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7" name="Rectangle 3"/>
          <p:cNvSpPr>
            <a:spLocks noChangeArrowheads="1"/>
          </p:cNvSpPr>
          <p:nvPr/>
        </p:nvSpPr>
        <p:spPr bwMode="auto">
          <a:xfrm>
            <a:off x="857251" y="1340768"/>
            <a:ext cx="9474200" cy="3817938"/>
          </a:xfrm>
          <a:prstGeom prst="rect">
            <a:avLst/>
          </a:prstGeom>
          <a:noFill/>
          <a:ln w="9525">
            <a:noFill/>
            <a:miter lim="800000"/>
          </a:ln>
        </p:spPr>
        <p:txBody>
          <a:bodyPr lIns="92075" tIns="46038" rIns="92075" bIns="46038"/>
          <a:lstStyle/>
          <a:p>
            <a:pPr marL="228600" indent="-228600" algn="just">
              <a:spcBef>
                <a:spcPct val="50000"/>
              </a:spcBef>
              <a:spcAft>
                <a:spcPct val="15000"/>
              </a:spcAft>
              <a:buClr>
                <a:schemeClr val="bg1"/>
              </a:buClr>
            </a:pPr>
            <a:r>
              <a:rPr lang="en-US" altLang="zh-CN" sz="2400" smtClean="0">
                <a:solidFill>
                  <a:schemeClr val="tx1">
                    <a:lumMod val="95000"/>
                    <a:lumOff val="5000"/>
                  </a:schemeClr>
                </a:solidFill>
                <a:latin typeface="宋体" panose="02010600030101010101" pitchFamily="2" charset="-122"/>
              </a:rPr>
              <a:t>read()</a:t>
            </a:r>
            <a:r>
              <a:rPr lang="zh-CN" altLang="en-US" sz="2400" smtClean="0">
                <a:solidFill>
                  <a:schemeClr val="tx1">
                    <a:lumMod val="95000"/>
                    <a:lumOff val="5000"/>
                  </a:schemeClr>
                </a:solidFill>
                <a:latin typeface="宋体" panose="02010600030101010101" pitchFamily="2" charset="-122"/>
              </a:rPr>
              <a:t>读取文件所有内容</a:t>
            </a:r>
            <a:endParaRPr lang="zh-CN" altLang="en-US" sz="2400" smtClean="0">
              <a:solidFill>
                <a:schemeClr val="tx1">
                  <a:lumMod val="95000"/>
                  <a:lumOff val="5000"/>
                </a:schemeClr>
              </a:solidFill>
              <a:latin typeface="宋体" panose="02010600030101010101" pitchFamily="2" charset="-122"/>
            </a:endParaRPr>
          </a:p>
          <a:p>
            <a:pPr marL="228600" indent="-228600" algn="just">
              <a:spcBef>
                <a:spcPct val="50000"/>
              </a:spcBef>
              <a:spcAft>
                <a:spcPct val="15000"/>
              </a:spcAft>
              <a:buClr>
                <a:schemeClr val="bg1"/>
              </a:buClr>
            </a:pPr>
            <a:r>
              <a:rPr lang="zh-CN" altLang="en-US" sz="2400" smtClean="0">
                <a:solidFill>
                  <a:schemeClr val="tx1">
                    <a:lumMod val="95000"/>
                    <a:lumOff val="5000"/>
                  </a:schemeClr>
                </a:solidFill>
                <a:latin typeface="宋体" panose="02010600030101010101" pitchFamily="2" charset="-122"/>
              </a:rPr>
              <a:t>读取</a:t>
            </a:r>
            <a:r>
              <a:rPr lang="zh-CN" altLang="en-US" sz="2400" dirty="0" smtClean="0">
                <a:solidFill>
                  <a:schemeClr val="tx1">
                    <a:lumMod val="95000"/>
                    <a:lumOff val="5000"/>
                  </a:schemeClr>
                </a:solidFill>
                <a:latin typeface="宋体" panose="02010600030101010101" pitchFamily="2" charset="-122"/>
              </a:rPr>
              <a:t>文件的方法还有：</a:t>
            </a:r>
            <a:endParaRPr lang="en-US" altLang="zh-CN" sz="2400" dirty="0" smtClean="0">
              <a:solidFill>
                <a:schemeClr val="tx1">
                  <a:lumMod val="95000"/>
                  <a:lumOff val="5000"/>
                </a:schemeClr>
              </a:solidFill>
              <a:latin typeface="宋体" panose="02010600030101010101" pitchFamily="2" charset="-122"/>
            </a:endParaRPr>
          </a:p>
          <a:p>
            <a:pPr marL="228600" indent="-228600" algn="just">
              <a:spcBef>
                <a:spcPct val="50000"/>
              </a:spcBef>
              <a:spcAft>
                <a:spcPct val="15000"/>
              </a:spcAft>
              <a:buClr>
                <a:schemeClr val="bg1"/>
              </a:buClr>
            </a:pPr>
            <a:r>
              <a:rPr lang="en-US" altLang="zh-CN" sz="2400" err="1" smtClean="0">
                <a:solidFill>
                  <a:schemeClr val="tx1">
                    <a:lumMod val="95000"/>
                    <a:lumOff val="5000"/>
                  </a:schemeClr>
                </a:solidFill>
                <a:latin typeface="宋体" panose="02010600030101010101" pitchFamily="2" charset="-122"/>
              </a:rPr>
              <a:t>readline</a:t>
            </a:r>
            <a:r>
              <a:rPr lang="en-US" altLang="zh-CN" sz="2400" smtClean="0">
                <a:solidFill>
                  <a:schemeClr val="tx1">
                    <a:lumMod val="95000"/>
                    <a:lumOff val="5000"/>
                  </a:schemeClr>
                </a:solidFill>
                <a:latin typeface="宋体" panose="02010600030101010101" pitchFamily="2" charset="-122"/>
              </a:rPr>
              <a:t>()</a:t>
            </a:r>
            <a:r>
              <a:rPr lang="zh-CN" altLang="en-US" sz="2400" smtClean="0">
                <a:solidFill>
                  <a:schemeClr val="tx1">
                    <a:lumMod val="95000"/>
                    <a:lumOff val="5000"/>
                  </a:schemeClr>
                </a:solidFill>
                <a:latin typeface="宋体" panose="02010600030101010101" pitchFamily="2" charset="-122"/>
              </a:rPr>
              <a:t>按行读取文件内容</a:t>
            </a:r>
            <a:endParaRPr lang="en-US" altLang="zh-CN" sz="2400" dirty="0" smtClean="0">
              <a:solidFill>
                <a:schemeClr val="tx1">
                  <a:lumMod val="95000"/>
                  <a:lumOff val="5000"/>
                </a:schemeClr>
              </a:solidFill>
              <a:latin typeface="宋体" panose="02010600030101010101" pitchFamily="2" charset="-122"/>
            </a:endParaRPr>
          </a:p>
          <a:p>
            <a:pPr marL="228600" indent="-228600" algn="just">
              <a:spcBef>
                <a:spcPct val="50000"/>
              </a:spcBef>
              <a:spcAft>
                <a:spcPct val="15000"/>
              </a:spcAft>
              <a:buClr>
                <a:schemeClr val="bg1"/>
              </a:buClr>
            </a:pPr>
            <a:r>
              <a:rPr lang="en-US" altLang="zh-CN" sz="2400" dirty="0" err="1" smtClean="0">
                <a:solidFill>
                  <a:schemeClr val="tx1">
                    <a:lumMod val="95000"/>
                    <a:lumOff val="5000"/>
                  </a:schemeClr>
                </a:solidFill>
                <a:latin typeface="宋体" panose="02010600030101010101" pitchFamily="2" charset="-122"/>
              </a:rPr>
              <a:t>readlines</a:t>
            </a:r>
            <a:r>
              <a:rPr lang="en-US" altLang="zh-CN" sz="2400" dirty="0" smtClean="0">
                <a:solidFill>
                  <a:schemeClr val="tx1">
                    <a:lumMod val="95000"/>
                    <a:lumOff val="5000"/>
                  </a:schemeClr>
                </a:solidFill>
                <a:latin typeface="宋体" panose="02010600030101010101" pitchFamily="2" charset="-122"/>
              </a:rPr>
              <a:t>()</a:t>
            </a:r>
            <a:r>
              <a:rPr lang="zh-CN" altLang="en-US" sz="2400" dirty="0" smtClean="0">
                <a:solidFill>
                  <a:schemeClr val="tx1">
                    <a:lumMod val="95000"/>
                    <a:lumOff val="5000"/>
                  </a:schemeClr>
                </a:solidFill>
                <a:latin typeface="宋体" panose="02010600030101010101" pitchFamily="2" charset="-122"/>
              </a:rPr>
              <a:t>把文件按行读取到一个列表中</a:t>
            </a:r>
            <a:endParaRPr lang="zh-CN" altLang="en-US" sz="2400" dirty="0" smtClean="0">
              <a:solidFill>
                <a:schemeClr val="tx1">
                  <a:lumMod val="95000"/>
                  <a:lumOff val="5000"/>
                </a:schemeClr>
              </a:solidFill>
              <a:latin typeface="宋体" panose="02010600030101010101" pitchFamily="2" charset="-122"/>
            </a:endParaRPr>
          </a:p>
          <a:p>
            <a:pPr marL="228600" indent="-228600" algn="just">
              <a:spcBef>
                <a:spcPct val="50000"/>
              </a:spcBef>
              <a:spcAft>
                <a:spcPct val="15000"/>
              </a:spcAft>
              <a:buClr>
                <a:schemeClr val="bg1"/>
              </a:buClr>
            </a:pPr>
            <a:r>
              <a:rPr lang="zh-CN" altLang="en-US" sz="2400" dirty="0" smtClean="0">
                <a:solidFill>
                  <a:schemeClr val="tx1">
                    <a:lumMod val="95000"/>
                    <a:lumOff val="5000"/>
                  </a:schemeClr>
                </a:solidFill>
                <a:latin typeface="宋体" panose="02010600030101010101" pitchFamily="2" charset="-122"/>
              </a:rPr>
              <a:t>用</a:t>
            </a:r>
            <a:r>
              <a:rPr lang="zh-CN" altLang="en-US" sz="2400" dirty="0" smtClean="0">
                <a:solidFill>
                  <a:srgbClr val="FF0000"/>
                </a:solidFill>
                <a:latin typeface="宋体" panose="02010600030101010101" pitchFamily="2" charset="-122"/>
              </a:rPr>
              <a:t>字符串对象的方法</a:t>
            </a:r>
            <a:r>
              <a:rPr lang="en-US" altLang="zh-CN" sz="2400" dirty="0" smtClean="0">
                <a:solidFill>
                  <a:schemeClr val="tx1">
                    <a:lumMod val="95000"/>
                    <a:lumOff val="5000"/>
                  </a:schemeClr>
                </a:solidFill>
                <a:latin typeface="宋体" panose="02010600030101010101" pitchFamily="2" charset="-122"/>
              </a:rPr>
              <a:t>strip()</a:t>
            </a:r>
            <a:r>
              <a:rPr lang="zh-CN" altLang="en-US" sz="2400" dirty="0" smtClean="0">
                <a:solidFill>
                  <a:schemeClr val="tx1">
                    <a:lumMod val="95000"/>
                    <a:lumOff val="5000"/>
                  </a:schemeClr>
                </a:solidFill>
                <a:latin typeface="宋体" panose="02010600030101010101" pitchFamily="2" charset="-122"/>
              </a:rPr>
              <a:t>将文件读取出来的字符前后空格去掉，再用</a:t>
            </a:r>
            <a:r>
              <a:rPr lang="en-US" altLang="zh-CN" sz="2400" dirty="0" smtClean="0">
                <a:solidFill>
                  <a:schemeClr val="tx1">
                    <a:lumMod val="95000"/>
                    <a:lumOff val="5000"/>
                  </a:schemeClr>
                </a:solidFill>
                <a:latin typeface="宋体" panose="02010600030101010101" pitchFamily="2" charset="-122"/>
              </a:rPr>
              <a:t>split('\n')</a:t>
            </a:r>
            <a:r>
              <a:rPr lang="zh-CN" altLang="en-US" sz="2400" dirty="0" smtClean="0">
                <a:solidFill>
                  <a:schemeClr val="tx1">
                    <a:lumMod val="95000"/>
                    <a:lumOff val="5000"/>
                  </a:schemeClr>
                </a:solidFill>
                <a:latin typeface="宋体" panose="02010600030101010101" pitchFamily="2" charset="-122"/>
              </a:rPr>
              <a:t>或者</a:t>
            </a:r>
            <a:r>
              <a:rPr lang="en-US" altLang="zh-CN" sz="2400" dirty="0" smtClean="0">
                <a:solidFill>
                  <a:schemeClr val="tx1">
                    <a:lumMod val="95000"/>
                    <a:lumOff val="5000"/>
                  </a:schemeClr>
                </a:solidFill>
                <a:latin typeface="宋体" panose="02010600030101010101" pitchFamily="2" charset="-122"/>
              </a:rPr>
              <a:t>splitlines()</a:t>
            </a:r>
            <a:r>
              <a:rPr lang="zh-CN" altLang="en-US" sz="2400" dirty="0" smtClean="0">
                <a:solidFill>
                  <a:schemeClr val="tx1">
                    <a:lumMod val="95000"/>
                    <a:lumOff val="5000"/>
                  </a:schemeClr>
                </a:solidFill>
                <a:latin typeface="宋体" panose="02010600030101010101" pitchFamily="2" charset="-122"/>
              </a:rPr>
              <a:t>将字符串按行分割成列表。</a:t>
            </a:r>
            <a:endParaRPr lang="zh-CN" altLang="en-US" sz="2400" dirty="0" smtClean="0">
              <a:solidFill>
                <a:schemeClr val="tx1">
                  <a:lumMod val="95000"/>
                  <a:lumOff val="5000"/>
                </a:schemeClr>
              </a:solidFill>
              <a:latin typeface="宋体" panose="02010600030101010101" pitchFamily="2" charset="-122"/>
            </a:endParaRPr>
          </a:p>
        </p:txBody>
      </p:sp>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7.2 </a:t>
            </a:r>
            <a:r>
              <a:rPr lang="zh-CN" altLang="en-US" sz="4000" b="1" dirty="0" smtClean="0">
                <a:solidFill>
                  <a:srgbClr val="FFFF00"/>
                </a:solidFill>
                <a:latin typeface="宋体" panose="02010600030101010101" pitchFamily="2" charset="-122"/>
                <a:cs typeface="+mj-cs"/>
                <a:sym typeface="Calibri Light" panose="020F0302020204030204" pitchFamily="34" charset="0"/>
              </a:rPr>
              <a:t>文件读取</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0307">
                                            <p:txEl>
                                              <p:pRg st="0" end="0"/>
                                            </p:txEl>
                                          </p:spTgt>
                                        </p:tgtEl>
                                        <p:attrNameLst>
                                          <p:attrName>style.visibility</p:attrName>
                                        </p:attrNameLst>
                                      </p:cBhvr>
                                      <p:to>
                                        <p:strVal val="visible"/>
                                      </p:to>
                                    </p:set>
                                    <p:animEffect transition="in" filter="wipe(left)">
                                      <p:cBhvr>
                                        <p:cTn id="7" dur="500"/>
                                        <p:tgtEl>
                                          <p:spTgt spid="6103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0307">
                                            <p:txEl>
                                              <p:pRg st="1" end="1"/>
                                            </p:txEl>
                                          </p:spTgt>
                                        </p:tgtEl>
                                        <p:attrNameLst>
                                          <p:attrName>style.visibility</p:attrName>
                                        </p:attrNameLst>
                                      </p:cBhvr>
                                      <p:to>
                                        <p:strVal val="visible"/>
                                      </p:to>
                                    </p:set>
                                    <p:animEffect transition="in" filter="wipe(left)">
                                      <p:cBhvr>
                                        <p:cTn id="12" dur="500"/>
                                        <p:tgtEl>
                                          <p:spTgt spid="6103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0307">
                                            <p:txEl>
                                              <p:pRg st="2" end="2"/>
                                            </p:txEl>
                                          </p:spTgt>
                                        </p:tgtEl>
                                        <p:attrNameLst>
                                          <p:attrName>style.visibility</p:attrName>
                                        </p:attrNameLst>
                                      </p:cBhvr>
                                      <p:to>
                                        <p:strVal val="visible"/>
                                      </p:to>
                                    </p:set>
                                    <p:animEffect transition="in" filter="wipe(left)">
                                      <p:cBhvr>
                                        <p:cTn id="17" dur="500"/>
                                        <p:tgtEl>
                                          <p:spTgt spid="6103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0307">
                                            <p:txEl>
                                              <p:pRg st="3" end="3"/>
                                            </p:txEl>
                                          </p:spTgt>
                                        </p:tgtEl>
                                        <p:attrNameLst>
                                          <p:attrName>style.visibility</p:attrName>
                                        </p:attrNameLst>
                                      </p:cBhvr>
                                      <p:to>
                                        <p:strVal val="visible"/>
                                      </p:to>
                                    </p:set>
                                    <p:animEffect transition="in" filter="wipe(left)">
                                      <p:cBhvr>
                                        <p:cTn id="22" dur="500"/>
                                        <p:tgtEl>
                                          <p:spTgt spid="6103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10307">
                                            <p:txEl>
                                              <p:pRg st="4" end="4"/>
                                            </p:txEl>
                                          </p:spTgt>
                                        </p:tgtEl>
                                        <p:attrNameLst>
                                          <p:attrName>style.visibility</p:attrName>
                                        </p:attrNameLst>
                                      </p:cBhvr>
                                      <p:to>
                                        <p:strVal val="visible"/>
                                      </p:to>
                                    </p:set>
                                    <p:animEffect transition="in" filter="wipe(left)">
                                      <p:cBhvr>
                                        <p:cTn id="27" dur="500"/>
                                        <p:tgtEl>
                                          <p:spTgt spid="6103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7" grpId="0" autoUpdateAnimBg="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7.2 </a:t>
            </a:r>
            <a:r>
              <a:rPr lang="zh-CN" altLang="en-US" sz="4000" b="1" dirty="0" smtClean="0">
                <a:solidFill>
                  <a:srgbClr val="FFFF00"/>
                </a:solidFill>
                <a:latin typeface="宋体" panose="02010600030101010101" pitchFamily="2" charset="-122"/>
                <a:cs typeface="+mj-cs"/>
                <a:sym typeface="Calibri Light" panose="020F0302020204030204" pitchFamily="34" charset="0"/>
              </a:rPr>
              <a:t>文件读取</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pic>
        <p:nvPicPr>
          <p:cNvPr id="3" name="图片 2"/>
          <p:cNvPicPr>
            <a:picLocks noChangeAspect="1"/>
          </p:cNvPicPr>
          <p:nvPr/>
        </p:nvPicPr>
        <p:blipFill>
          <a:blip r:embed="rId1"/>
          <a:stretch>
            <a:fillRect/>
          </a:stretch>
        </p:blipFill>
        <p:spPr>
          <a:xfrm>
            <a:off x="7225030" y="1465580"/>
            <a:ext cx="3202305" cy="2940685"/>
          </a:xfrm>
          <a:prstGeom prst="rect">
            <a:avLst/>
          </a:prstGeom>
        </p:spPr>
      </p:pic>
      <p:pic>
        <p:nvPicPr>
          <p:cNvPr id="5" name="图片 4"/>
          <p:cNvPicPr>
            <a:picLocks noChangeAspect="1"/>
          </p:cNvPicPr>
          <p:nvPr/>
        </p:nvPicPr>
        <p:blipFill>
          <a:blip r:embed="rId2"/>
          <a:stretch>
            <a:fillRect/>
          </a:stretch>
        </p:blipFill>
        <p:spPr>
          <a:xfrm>
            <a:off x="267335" y="1125855"/>
            <a:ext cx="6534150" cy="5114290"/>
          </a:xfrm>
          <a:prstGeom prst="rect">
            <a:avLst/>
          </a:prstGeom>
        </p:spPr>
      </p:pic>
    </p:spTree>
  </p:cSld>
  <p:clrMapOvr>
    <a:masterClrMapping/>
  </p:clrMapOvr>
  <p:transition>
    <p:checke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7.2 </a:t>
            </a:r>
            <a:r>
              <a:rPr lang="zh-CN" altLang="en-US" sz="4000" b="1" dirty="0" smtClean="0">
                <a:solidFill>
                  <a:srgbClr val="FFFF00"/>
                </a:solidFill>
                <a:latin typeface="宋体" panose="02010600030101010101" pitchFamily="2" charset="-122"/>
                <a:cs typeface="+mj-cs"/>
                <a:sym typeface="Calibri Light" panose="020F0302020204030204" pitchFamily="34" charset="0"/>
              </a:rPr>
              <a:t>文件读取</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pic>
        <p:nvPicPr>
          <p:cNvPr id="2" name="图片 1"/>
          <p:cNvPicPr>
            <a:picLocks noChangeAspect="1"/>
          </p:cNvPicPr>
          <p:nvPr/>
        </p:nvPicPr>
        <p:blipFill>
          <a:blip r:embed="rId1"/>
          <a:stretch>
            <a:fillRect/>
          </a:stretch>
        </p:blipFill>
        <p:spPr>
          <a:xfrm>
            <a:off x="271145" y="1137920"/>
            <a:ext cx="6174740" cy="3046095"/>
          </a:xfrm>
          <a:prstGeom prst="rect">
            <a:avLst/>
          </a:prstGeom>
        </p:spPr>
      </p:pic>
      <p:pic>
        <p:nvPicPr>
          <p:cNvPr id="6" name="图片 5"/>
          <p:cNvPicPr>
            <a:picLocks noChangeAspect="1"/>
          </p:cNvPicPr>
          <p:nvPr/>
        </p:nvPicPr>
        <p:blipFill>
          <a:blip r:embed="rId2"/>
          <a:stretch>
            <a:fillRect/>
          </a:stretch>
        </p:blipFill>
        <p:spPr>
          <a:xfrm>
            <a:off x="5201920" y="2530475"/>
            <a:ext cx="6754495" cy="3221355"/>
          </a:xfrm>
          <a:prstGeom prst="rect">
            <a:avLst/>
          </a:prstGeom>
        </p:spPr>
      </p:pic>
    </p:spTree>
  </p:cSld>
  <p:clrMapOvr>
    <a:masterClrMapping/>
  </p:clrMapOvr>
  <p:transition>
    <p:checke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7.3 </a:t>
            </a:r>
            <a:r>
              <a:rPr lang="zh-CN" altLang="en-US" sz="4000" b="1" dirty="0" smtClean="0">
                <a:solidFill>
                  <a:srgbClr val="FFFF00"/>
                </a:solidFill>
                <a:latin typeface="宋体" panose="02010600030101010101" pitchFamily="2" charset="-122"/>
                <a:cs typeface="+mj-cs"/>
                <a:sym typeface="Calibri Light" panose="020F0302020204030204" pitchFamily="34" charset="0"/>
              </a:rPr>
              <a:t>文件写入</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sp>
        <p:nvSpPr>
          <p:cNvPr id="3" name="内容占位符 2"/>
          <p:cNvSpPr>
            <a:spLocks noGrp="1"/>
          </p:cNvSpPr>
          <p:nvPr>
            <p:ph idx="1"/>
          </p:nvPr>
        </p:nvSpPr>
        <p:spPr>
          <a:xfrm>
            <a:off x="394335" y="1203960"/>
            <a:ext cx="10959465" cy="5419725"/>
          </a:xfrm>
        </p:spPr>
        <p:txBody>
          <a:bodyPr/>
          <a:p>
            <a:pPr>
              <a:buFont typeface="Wingdings" panose="05000000000000000000" charset="0"/>
              <a:buChar char="u"/>
            </a:pPr>
            <a:r>
              <a:rPr lang="zh-CN" altLang="en-US" sz="2400">
                <a:latin typeface="宋体" panose="02010600030101010101" pitchFamily="2" charset="-122"/>
                <a:ea typeface="宋体" panose="02010600030101010101" pitchFamily="2" charset="-122"/>
              </a:rPr>
              <a:t>写</a:t>
            </a:r>
            <a:endParaRPr lang="zh-CN" altLang="en-US" sz="2400">
              <a:latin typeface="宋体" panose="02010600030101010101" pitchFamily="2" charset="-122"/>
              <a:ea typeface="宋体" panose="02010600030101010101" pitchFamily="2" charset="-122"/>
            </a:endParaRPr>
          </a:p>
          <a:p>
            <a:pPr marL="0" indent="0">
              <a:buFont typeface="Wingdings" panose="05000000000000000000" charset="0"/>
              <a:buNone/>
            </a:pPr>
            <a:r>
              <a:rPr lang="zh-CN" altLang="en-US" sz="2400">
                <a:latin typeface="宋体" panose="02010600030101010101" pitchFamily="2" charset="-122"/>
                <a:ea typeface="宋体" panose="02010600030101010101" pitchFamily="2" charset="-122"/>
              </a:rPr>
              <a:t>    只是为了写文件而打开文件，如果文件已经存在，其内容将被清空；如果文件不存在，则创建一个文件。</a:t>
            </a:r>
            <a:endParaRPr lang="zh-CN" altLang="en-US" sz="2400">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838200" y="2701290"/>
            <a:ext cx="7006590" cy="4011295"/>
          </a:xfrm>
          <a:prstGeom prst="rect">
            <a:avLst/>
          </a:prstGeom>
        </p:spPr>
      </p:pic>
    </p:spTree>
  </p:cSld>
  <p:clrMapOvr>
    <a:masterClrMapping/>
  </p:clrMapOvr>
  <p:transition>
    <p:checke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7" name="Rectangle 3"/>
          <p:cNvSpPr>
            <a:spLocks noChangeArrowheads="1"/>
          </p:cNvSpPr>
          <p:nvPr/>
        </p:nvSpPr>
        <p:spPr bwMode="auto">
          <a:xfrm>
            <a:off x="498475" y="1340485"/>
            <a:ext cx="9832975" cy="5340985"/>
          </a:xfrm>
          <a:prstGeom prst="rect">
            <a:avLst/>
          </a:prstGeom>
          <a:noFill/>
          <a:ln w="9525">
            <a:noFill/>
            <a:miter lim="800000"/>
          </a:ln>
        </p:spPr>
        <p:txBody>
          <a:bodyPr lIns="92075" tIns="46038" rIns="92075" bIns="46038"/>
          <a:lstStyle/>
          <a:p>
            <a:pPr marL="228600" indent="-228600" algn="just">
              <a:lnSpc>
                <a:spcPct val="150000"/>
              </a:lnSpc>
              <a:spcBef>
                <a:spcPct val="50000"/>
              </a:spcBef>
              <a:spcAft>
                <a:spcPct val="15000"/>
              </a:spcAft>
              <a:buClr>
                <a:schemeClr val="bg1"/>
              </a:buClr>
            </a:pPr>
            <a:r>
              <a:rPr lang="zh-CN" altLang="en-US" sz="2200" smtClean="0">
                <a:solidFill>
                  <a:schemeClr val="tx1">
                    <a:lumMod val="95000"/>
                    <a:lumOff val="5000"/>
                  </a:schemeClr>
                </a:solidFill>
                <a:latin typeface="宋体" panose="02010600030101010101" pitchFamily="2" charset="-122"/>
              </a:rPr>
              <a:t>补充</a:t>
            </a:r>
            <a:r>
              <a:rPr lang="zh-CN" altLang="en-US" sz="2200" dirty="0" smtClean="0">
                <a:solidFill>
                  <a:schemeClr val="tx1">
                    <a:lumMod val="95000"/>
                    <a:lumOff val="5000"/>
                  </a:schemeClr>
                </a:solidFill>
                <a:latin typeface="宋体" panose="02010600030101010101" pitchFamily="2" charset="-122"/>
              </a:rPr>
              <a:t>：文件写入时，也可以使用</a:t>
            </a:r>
            <a:r>
              <a:rPr lang="en-US" altLang="zh-CN" sz="2200" dirty="0" err="1" smtClean="0">
                <a:solidFill>
                  <a:schemeClr val="tx1">
                    <a:lumMod val="95000"/>
                    <a:lumOff val="5000"/>
                  </a:schemeClr>
                </a:solidFill>
                <a:latin typeface="宋体" panose="02010600030101010101" pitchFamily="2" charset="-122"/>
              </a:rPr>
              <a:t>writelines</a:t>
            </a:r>
            <a:r>
              <a:rPr lang="en-US" altLang="zh-CN" sz="2200" dirty="0" smtClean="0">
                <a:solidFill>
                  <a:schemeClr val="tx1">
                    <a:lumMod val="95000"/>
                    <a:lumOff val="5000"/>
                  </a:schemeClr>
                </a:solidFill>
                <a:latin typeface="宋体" panose="02010600030101010101" pitchFamily="2" charset="-122"/>
              </a:rPr>
              <a:t>()</a:t>
            </a:r>
            <a:r>
              <a:rPr lang="zh-CN" altLang="en-US" sz="2200" dirty="0" smtClean="0">
                <a:solidFill>
                  <a:schemeClr val="tx1">
                    <a:lumMod val="95000"/>
                    <a:lumOff val="5000"/>
                  </a:schemeClr>
                </a:solidFill>
                <a:latin typeface="宋体" panose="02010600030101010101" pitchFamily="2" charset="-122"/>
              </a:rPr>
              <a:t>方法将列表中的字符串分行写入</a:t>
            </a:r>
            <a:endParaRPr lang="en-US" altLang="zh-CN" sz="22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pPr>
            <a:endParaRPr lang="en-US" altLang="zh-CN" sz="22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pPr>
            <a:endParaRPr lang="en-US" altLang="zh-CN" sz="22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pPr>
            <a:endParaRPr lang="en-US" altLang="zh-CN" sz="22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pPr>
            <a:endParaRPr lang="en-US" altLang="zh-CN" sz="22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pPr>
            <a:endParaRPr lang="en-US" altLang="zh-CN" sz="22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pPr>
            <a:r>
              <a:rPr lang="zh-CN" altLang="en-US" sz="2200" dirty="0" smtClean="0">
                <a:solidFill>
                  <a:srgbClr val="FF0000"/>
                </a:solidFill>
                <a:latin typeface="宋体" panose="02010600030101010101" pitchFamily="2" charset="-122"/>
              </a:rPr>
              <a:t>注意：</a:t>
            </a:r>
            <a:r>
              <a:rPr lang="en-US" altLang="zh-CN" sz="2200" dirty="0" smtClean="0">
                <a:solidFill>
                  <a:srgbClr val="FF0000"/>
                </a:solidFill>
                <a:latin typeface="宋体" panose="02010600030101010101" pitchFamily="2" charset="-122"/>
              </a:rPr>
              <a:t>write()</a:t>
            </a:r>
            <a:r>
              <a:rPr lang="zh-CN" altLang="en-US" sz="2200" dirty="0" smtClean="0">
                <a:solidFill>
                  <a:srgbClr val="FF0000"/>
                </a:solidFill>
                <a:latin typeface="宋体" panose="02010600030101010101" pitchFamily="2" charset="-122"/>
              </a:rPr>
              <a:t>写入的内容只能是字符串</a:t>
            </a:r>
            <a:endParaRPr lang="zh-CN" altLang="en-US" sz="2200" dirty="0" smtClean="0">
              <a:solidFill>
                <a:srgbClr val="FF0000"/>
              </a:solidFill>
              <a:latin typeface="宋体" panose="02010600030101010101" pitchFamily="2" charset="-122"/>
            </a:endParaRPr>
          </a:p>
        </p:txBody>
      </p:sp>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7.3 </a:t>
            </a:r>
            <a:r>
              <a:rPr lang="zh-CN" altLang="en-US" sz="4000" b="1" dirty="0" smtClean="0">
                <a:solidFill>
                  <a:srgbClr val="FFFF00"/>
                </a:solidFill>
                <a:latin typeface="宋体" panose="02010600030101010101" pitchFamily="2" charset="-122"/>
                <a:cs typeface="+mj-cs"/>
                <a:sym typeface="Calibri Light" panose="020F0302020204030204" pitchFamily="34" charset="0"/>
              </a:rPr>
              <a:t>文件写入</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pic>
        <p:nvPicPr>
          <p:cNvPr id="2" name="图片 1"/>
          <p:cNvPicPr>
            <a:picLocks noChangeAspect="1"/>
          </p:cNvPicPr>
          <p:nvPr/>
        </p:nvPicPr>
        <p:blipFill>
          <a:blip r:embed="rId1"/>
          <a:stretch>
            <a:fillRect/>
          </a:stretch>
        </p:blipFill>
        <p:spPr>
          <a:xfrm>
            <a:off x="1870075" y="1936115"/>
            <a:ext cx="6501765" cy="3734435"/>
          </a:xfrm>
          <a:prstGeom prst="rect">
            <a:avLst/>
          </a:prstGeom>
        </p:spPr>
      </p:pic>
    </p:spTree>
  </p:cSld>
  <p:clrMapOvr>
    <a:masterClrMapping/>
  </p:clrMapOvr>
  <p:transition>
    <p:check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7" name="Rectangle 3"/>
          <p:cNvSpPr>
            <a:spLocks noChangeArrowheads="1"/>
          </p:cNvSpPr>
          <p:nvPr/>
        </p:nvSpPr>
        <p:spPr bwMode="auto">
          <a:xfrm>
            <a:off x="857251" y="1340768"/>
            <a:ext cx="9474200" cy="3817938"/>
          </a:xfrm>
          <a:prstGeom prst="rect">
            <a:avLst/>
          </a:prstGeom>
          <a:noFill/>
          <a:ln w="9525">
            <a:noFill/>
            <a:miter lim="800000"/>
          </a:ln>
        </p:spPr>
        <p:txBody>
          <a:bodyPr lIns="92075" tIns="46038" rIns="92075" bIns="46038"/>
          <a:lstStyle/>
          <a:p>
            <a:pPr marL="228600" indent="-228600" algn="just">
              <a:lnSpc>
                <a:spcPct val="150000"/>
              </a:lnSpc>
              <a:spcBef>
                <a:spcPct val="50000"/>
              </a:spcBef>
              <a:spcAft>
                <a:spcPct val="15000"/>
              </a:spcAft>
              <a:buClr>
                <a:schemeClr val="bg1"/>
              </a:buClr>
            </a:pPr>
            <a:r>
              <a:rPr lang="zh-CN" altLang="en-US" sz="2400" dirty="0" smtClean="0">
                <a:solidFill>
                  <a:schemeClr val="tx1">
                    <a:lumMod val="95000"/>
                    <a:lumOff val="5000"/>
                  </a:schemeClr>
                </a:solidFill>
                <a:latin typeface="宋体" panose="02010600030101010101" pitchFamily="2" charset="-122"/>
              </a:rPr>
              <a:t>小练习：一份文件中保存的是各位同学的各科成绩，编写程序计算出各位同学的总成绩写入文件中每行末尾</a:t>
            </a:r>
            <a:endParaRPr lang="en-US" altLang="zh-CN" sz="24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pPr>
            <a:r>
              <a:rPr lang="zh-CN" altLang="en-US" sz="2400" dirty="0" smtClean="0">
                <a:solidFill>
                  <a:schemeClr val="tx1">
                    <a:lumMod val="95000"/>
                    <a:lumOff val="5000"/>
                  </a:schemeClr>
                </a:solidFill>
                <a:latin typeface="宋体" panose="02010600030101010101" pitchFamily="2" charset="-122"/>
              </a:rPr>
              <a:t>保存学生成绩的文件格式：</a:t>
            </a:r>
            <a:endParaRPr lang="en-US" altLang="zh-CN" sz="2400" dirty="0" smtClean="0">
              <a:solidFill>
                <a:schemeClr val="tx1">
                  <a:lumMod val="95000"/>
                  <a:lumOff val="5000"/>
                </a:schemeClr>
              </a:solidFill>
              <a:latin typeface="宋体" panose="02010600030101010101" pitchFamily="2" charset="-122"/>
            </a:endParaRPr>
          </a:p>
          <a:p>
            <a:pPr marL="228600" indent="-228600" algn="just">
              <a:lnSpc>
                <a:spcPct val="150000"/>
              </a:lnSpc>
              <a:spcBef>
                <a:spcPct val="50000"/>
              </a:spcBef>
              <a:spcAft>
                <a:spcPct val="15000"/>
              </a:spcAft>
              <a:buClr>
                <a:schemeClr val="bg1"/>
              </a:buClr>
            </a:pPr>
            <a:endParaRPr lang="en-US" altLang="zh-CN" sz="2400" dirty="0" smtClean="0">
              <a:solidFill>
                <a:schemeClr val="tx1">
                  <a:lumMod val="95000"/>
                  <a:lumOff val="5000"/>
                </a:schemeClr>
              </a:solidFill>
              <a:latin typeface="宋体" panose="02010600030101010101" pitchFamily="2" charset="-122"/>
            </a:endParaRPr>
          </a:p>
        </p:txBody>
      </p:sp>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7.3 </a:t>
            </a:r>
            <a:r>
              <a:rPr lang="zh-CN" altLang="en-US" sz="4000" b="1" dirty="0" smtClean="0">
                <a:solidFill>
                  <a:srgbClr val="FFFF00"/>
                </a:solidFill>
                <a:latin typeface="宋体" panose="02010600030101010101" pitchFamily="2" charset="-122"/>
                <a:cs typeface="+mj-cs"/>
                <a:sym typeface="Calibri Light" panose="020F0302020204030204" pitchFamily="34" charset="0"/>
              </a:rPr>
              <a:t>文件写入</a:t>
            </a:r>
            <a:endParaRPr lang="zh-CN" altLang="en-US" sz="4000" b="1" dirty="0">
              <a:solidFill>
                <a:srgbClr val="FFFF00"/>
              </a:solidFill>
              <a:latin typeface="宋体" panose="02010600030101010101" pitchFamily="2" charset="-122"/>
              <a:cs typeface="+mj-cs"/>
              <a:sym typeface="Calibri Light" panose="020F0302020204030204" pitchFamily="34" charset="0"/>
            </a:endParaRPr>
          </a:p>
        </p:txBody>
      </p:sp>
      <p:pic>
        <p:nvPicPr>
          <p:cNvPr id="4098" name="Picture 2"/>
          <p:cNvPicPr>
            <a:picLocks noChangeAspect="1" noChangeArrowheads="1"/>
          </p:cNvPicPr>
          <p:nvPr/>
        </p:nvPicPr>
        <p:blipFill>
          <a:blip r:embed="rId1" cstate="print"/>
          <a:srcRect/>
          <a:stretch>
            <a:fillRect/>
          </a:stretch>
        </p:blipFill>
        <p:spPr bwMode="auto">
          <a:xfrm>
            <a:off x="1836408" y="3840490"/>
            <a:ext cx="3057289" cy="1455216"/>
          </a:xfrm>
          <a:prstGeom prst="rect">
            <a:avLst/>
          </a:prstGeom>
          <a:noFill/>
          <a:ln w="9525">
            <a:noFill/>
            <a:miter lim="800000"/>
            <a:headEnd/>
            <a:tailEnd/>
          </a:ln>
        </p:spPr>
      </p:pic>
      <p:pic>
        <p:nvPicPr>
          <p:cNvPr id="1026" name="Picture 2"/>
          <p:cNvPicPr>
            <a:picLocks noChangeAspect="1" noChangeArrowheads="1"/>
          </p:cNvPicPr>
          <p:nvPr/>
        </p:nvPicPr>
        <p:blipFill>
          <a:blip r:embed="rId2"/>
          <a:srcRect/>
          <a:stretch>
            <a:fillRect/>
          </a:stretch>
        </p:blipFill>
        <p:spPr bwMode="auto">
          <a:xfrm>
            <a:off x="5739460" y="3840490"/>
            <a:ext cx="3630381" cy="1455216"/>
          </a:xfrm>
          <a:prstGeom prst="rect">
            <a:avLst/>
          </a:prstGeom>
          <a:noFill/>
          <a:ln w="9525">
            <a:noFill/>
            <a:miter lim="800000"/>
            <a:headEnd/>
            <a:tailEnd/>
          </a:ln>
          <a:effectLst/>
        </p:spPr>
      </p:pic>
    </p:spTree>
  </p:cSld>
  <p:clrMapOvr>
    <a:masterClrMapping/>
  </p:clrMapOvr>
  <p:transition>
    <p:checke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7.2 </a:t>
            </a:r>
            <a:r>
              <a:rPr lang="zh-CN" altLang="en-US" sz="4000" b="1" dirty="0" smtClean="0">
                <a:solidFill>
                  <a:srgbClr val="FFFF00"/>
                </a:solidFill>
                <a:latin typeface="宋体" panose="02010600030101010101" pitchFamily="2" charset="-122"/>
                <a:cs typeface="+mj-cs"/>
                <a:sym typeface="Calibri Light" panose="020F0302020204030204" pitchFamily="34" charset="0"/>
              </a:rPr>
              <a:t>文件写入</a:t>
            </a:r>
            <a:endParaRPr lang="zh-CN" altLang="en-US" sz="4000" b="1" dirty="0" smtClean="0">
              <a:solidFill>
                <a:srgbClr val="FFFF00"/>
              </a:solidFill>
              <a:latin typeface="宋体" panose="02010600030101010101" pitchFamily="2" charset="-122"/>
              <a:cs typeface="+mj-cs"/>
              <a:sym typeface="Calibri Light" panose="020F0302020204030204" pitchFamily="34" charset="0"/>
            </a:endParaRPr>
          </a:p>
        </p:txBody>
      </p:sp>
      <p:sp>
        <p:nvSpPr>
          <p:cNvPr id="3" name="内容占位符 2"/>
          <p:cNvSpPr>
            <a:spLocks noGrp="1"/>
          </p:cNvSpPr>
          <p:nvPr>
            <p:ph idx="1"/>
          </p:nvPr>
        </p:nvSpPr>
        <p:spPr>
          <a:xfrm>
            <a:off x="265430" y="1242060"/>
            <a:ext cx="11089005" cy="5360035"/>
          </a:xfrm>
        </p:spPr>
        <p:txBody>
          <a:bodyPr/>
          <a:p>
            <a:pPr>
              <a:buFont typeface="Wingdings" panose="05000000000000000000" charset="0"/>
              <a:buChar char="u"/>
            </a:pPr>
            <a:r>
              <a:rPr lang="en-US" altLang="zh-CN" sz="2400">
                <a:latin typeface="宋体" panose="02010600030101010101" pitchFamily="2" charset="-122"/>
                <a:ea typeface="宋体" panose="02010600030101010101" pitchFamily="2" charset="-122"/>
              </a:rPr>
              <a:t>With open</a:t>
            </a:r>
            <a:r>
              <a:rPr lang="zh-CN" altLang="en-US" sz="2400">
                <a:latin typeface="宋体" panose="02010600030101010101" pitchFamily="2" charset="-122"/>
                <a:ea typeface="宋体" panose="02010600030101010101" pitchFamily="2" charset="-122"/>
              </a:rPr>
              <a:t>方式</a:t>
            </a:r>
            <a:endParaRPr lang="zh-CN" altLang="en-US" sz="2400">
              <a:latin typeface="宋体" panose="02010600030101010101" pitchFamily="2" charset="-122"/>
              <a:ea typeface="宋体" panose="02010600030101010101" pitchFamily="2" charset="-122"/>
            </a:endParaRPr>
          </a:p>
          <a:p>
            <a:pPr>
              <a:buFont typeface="Wingdings" panose="05000000000000000000" charset="0"/>
              <a:buChar char="u"/>
            </a:pPr>
            <a:endParaRPr lang="zh-CN" altLang="en-US" sz="2400">
              <a:latin typeface="宋体" panose="02010600030101010101" pitchFamily="2" charset="-122"/>
              <a:ea typeface="宋体" panose="02010600030101010101" pitchFamily="2" charset="-122"/>
            </a:endParaRPr>
          </a:p>
          <a:p>
            <a:pPr>
              <a:buFont typeface="Wingdings" panose="05000000000000000000" charset="0"/>
              <a:buChar char="u"/>
            </a:pPr>
            <a:endParaRPr lang="zh-CN" altLang="en-US" sz="2400">
              <a:latin typeface="宋体" panose="02010600030101010101" pitchFamily="2" charset="-122"/>
              <a:ea typeface="宋体" panose="02010600030101010101" pitchFamily="2" charset="-122"/>
            </a:endParaRPr>
          </a:p>
          <a:p>
            <a:pPr>
              <a:buFont typeface="Wingdings" panose="05000000000000000000" charset="0"/>
              <a:buChar char="u"/>
            </a:pPr>
            <a:endParaRPr lang="zh-CN" altLang="en-US" sz="2400">
              <a:latin typeface="宋体" panose="02010600030101010101" pitchFamily="2" charset="-122"/>
              <a:ea typeface="宋体" panose="02010600030101010101" pitchFamily="2" charset="-122"/>
            </a:endParaRPr>
          </a:p>
          <a:p>
            <a:pPr>
              <a:buFont typeface="Wingdings" panose="05000000000000000000" charset="0"/>
              <a:buChar char="u"/>
            </a:pPr>
            <a:endParaRPr lang="zh-CN" altLang="en-US" sz="2400">
              <a:latin typeface="宋体" panose="02010600030101010101" pitchFamily="2" charset="-122"/>
              <a:ea typeface="宋体" panose="02010600030101010101" pitchFamily="2" charset="-122"/>
            </a:endParaRPr>
          </a:p>
          <a:p>
            <a:pPr>
              <a:buFont typeface="Wingdings" panose="05000000000000000000" charset="0"/>
              <a:buChar char="u"/>
            </a:pPr>
            <a:r>
              <a:rPr lang="zh-CN" altLang="en-US" sz="2400">
                <a:latin typeface="宋体" panose="02010600030101010101" pitchFamily="2" charset="-122"/>
                <a:ea typeface="宋体" panose="02010600030101010101" pitchFamily="2" charset="-122"/>
              </a:rPr>
              <a:t>支持多个文件的打开</a:t>
            </a:r>
            <a:endParaRPr lang="zh-CN" altLang="en-US" sz="2400">
              <a:latin typeface="宋体" panose="02010600030101010101" pitchFamily="2" charset="-122"/>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740410" y="1625600"/>
            <a:ext cx="3958590" cy="1869440"/>
          </a:xfrm>
          <a:prstGeom prst="rect">
            <a:avLst/>
          </a:prstGeom>
        </p:spPr>
      </p:pic>
      <p:pic>
        <p:nvPicPr>
          <p:cNvPr id="7" name="图片 6"/>
          <p:cNvPicPr>
            <a:picLocks noChangeAspect="1"/>
          </p:cNvPicPr>
          <p:nvPr/>
        </p:nvPicPr>
        <p:blipFill>
          <a:blip r:embed="rId2"/>
          <a:stretch>
            <a:fillRect/>
          </a:stretch>
        </p:blipFill>
        <p:spPr>
          <a:xfrm>
            <a:off x="533400" y="4467860"/>
            <a:ext cx="9629140" cy="1371600"/>
          </a:xfrm>
          <a:prstGeom prst="rect">
            <a:avLst/>
          </a:prstGeom>
        </p:spPr>
      </p:pic>
    </p:spTree>
  </p:cSld>
  <p:clrMapOvr>
    <a:masterClrMapping/>
  </p:clrMapOvr>
  <p:transition>
    <p:checke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7.4 </a:t>
            </a:r>
            <a:r>
              <a:rPr lang="zh-CN" altLang="en-US" sz="4000" b="1" dirty="0" smtClean="0">
                <a:solidFill>
                  <a:srgbClr val="FFFF00"/>
                </a:solidFill>
                <a:latin typeface="宋体" panose="02010600030101010101" pitchFamily="2" charset="-122"/>
                <a:cs typeface="+mj-cs"/>
                <a:sym typeface="Calibri Light" panose="020F0302020204030204" pitchFamily="34" charset="0"/>
              </a:rPr>
              <a:t>文件中文处理</a:t>
            </a:r>
            <a:r>
              <a:rPr lang="en-US" altLang="zh-CN" sz="4000" b="1" dirty="0" smtClean="0">
                <a:solidFill>
                  <a:srgbClr val="FFFF00"/>
                </a:solidFill>
                <a:latin typeface="宋体" panose="02010600030101010101" pitchFamily="2" charset="-122"/>
                <a:cs typeface="+mj-cs"/>
                <a:sym typeface="Calibri Light" panose="020F0302020204030204" pitchFamily="34" charset="0"/>
              </a:rPr>
              <a:t>-</a:t>
            </a:r>
            <a:r>
              <a:rPr lang="zh-CN" altLang="en-US" sz="4000" b="1" dirty="0" smtClean="0">
                <a:solidFill>
                  <a:srgbClr val="FFFF00"/>
                </a:solidFill>
                <a:latin typeface="宋体" panose="02010600030101010101" pitchFamily="2" charset="-122"/>
                <a:cs typeface="+mj-cs"/>
                <a:sym typeface="Calibri Light" panose="020F0302020204030204" pitchFamily="34" charset="0"/>
              </a:rPr>
              <a:t>读出</a:t>
            </a:r>
            <a:endParaRPr lang="zh-CN" altLang="en-US" sz="4000" b="1" dirty="0" smtClean="0">
              <a:solidFill>
                <a:srgbClr val="FFFF00"/>
              </a:solidFill>
              <a:latin typeface="宋体" panose="02010600030101010101" pitchFamily="2" charset="-122"/>
              <a:cs typeface="+mj-cs"/>
              <a:sym typeface="Calibri Light" panose="020F0302020204030204" pitchFamily="34" charset="0"/>
            </a:endParaRPr>
          </a:p>
        </p:txBody>
      </p:sp>
      <p:sp>
        <p:nvSpPr>
          <p:cNvPr id="6" name="内容占位符 5"/>
          <p:cNvSpPr>
            <a:spLocks noGrp="1"/>
          </p:cNvSpPr>
          <p:nvPr>
            <p:ph idx="1"/>
          </p:nvPr>
        </p:nvSpPr>
        <p:spPr>
          <a:xfrm>
            <a:off x="363855" y="1455420"/>
            <a:ext cx="11261725" cy="5798185"/>
          </a:xfrm>
        </p:spPr>
        <p:txBody>
          <a:bodyPr>
            <a:normAutofit/>
          </a:bodyPr>
          <a:p>
            <a:pPr>
              <a:buFont typeface="Wingdings" panose="05000000000000000000" charset="0"/>
              <a:buChar char="u"/>
            </a:pPr>
            <a:r>
              <a:rPr lang="en-US" altLang="zh-CN" sz="2400">
                <a:latin typeface="宋体" panose="02010600030101010101" pitchFamily="2" charset="-122"/>
                <a:ea typeface="宋体" panose="02010600030101010101" pitchFamily="2" charset="-122"/>
              </a:rPr>
              <a:t>Python2 </a:t>
            </a:r>
            <a:r>
              <a:rPr lang="zh-CN" altLang="en-US" sz="2400">
                <a:latin typeface="宋体" panose="02010600030101010101" pitchFamily="2" charset="-122"/>
                <a:ea typeface="宋体" panose="02010600030101010101" pitchFamily="2" charset="-122"/>
              </a:rPr>
              <a:t>需要显示解码</a:t>
            </a:r>
            <a:endParaRPr lang="zh-CN" altLang="en-US" sz="2400">
              <a:latin typeface="宋体" panose="02010600030101010101" pitchFamily="2" charset="-122"/>
              <a:ea typeface="宋体" panose="02010600030101010101" pitchFamily="2" charset="-122"/>
            </a:endParaRPr>
          </a:p>
        </p:txBody>
      </p:sp>
      <p:pic>
        <p:nvPicPr>
          <p:cNvPr id="7" name="图片 6"/>
          <p:cNvPicPr>
            <a:picLocks noChangeAspect="1"/>
          </p:cNvPicPr>
          <p:nvPr/>
        </p:nvPicPr>
        <p:blipFill>
          <a:blip r:embed="rId1"/>
          <a:stretch>
            <a:fillRect/>
          </a:stretch>
        </p:blipFill>
        <p:spPr>
          <a:xfrm>
            <a:off x="696595" y="2035175"/>
            <a:ext cx="6626860" cy="3575050"/>
          </a:xfrm>
          <a:prstGeom prst="rect">
            <a:avLst/>
          </a:prstGeom>
        </p:spPr>
      </p:pic>
    </p:spTree>
  </p:cSld>
  <p:clrMapOvr>
    <a:masterClrMapping/>
  </p:clrMapOvr>
  <p:transition>
    <p:checke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7.4 </a:t>
            </a:r>
            <a:r>
              <a:rPr lang="zh-CN" altLang="en-US" sz="4000" b="1" dirty="0" smtClean="0">
                <a:solidFill>
                  <a:srgbClr val="FFFF00"/>
                </a:solidFill>
                <a:latin typeface="宋体" panose="02010600030101010101" pitchFamily="2" charset="-122"/>
                <a:cs typeface="+mj-cs"/>
                <a:sym typeface="Calibri Light" panose="020F0302020204030204" pitchFamily="34" charset="0"/>
              </a:rPr>
              <a:t>文件中文处理</a:t>
            </a:r>
            <a:r>
              <a:rPr lang="en-US" altLang="zh-CN" sz="4000" b="1" dirty="0" smtClean="0">
                <a:solidFill>
                  <a:srgbClr val="FFFF00"/>
                </a:solidFill>
                <a:latin typeface="宋体" panose="02010600030101010101" pitchFamily="2" charset="-122"/>
                <a:cs typeface="+mj-cs"/>
                <a:sym typeface="Calibri Light" panose="020F0302020204030204" pitchFamily="34" charset="0"/>
              </a:rPr>
              <a:t>-</a:t>
            </a:r>
            <a:r>
              <a:rPr lang="zh-CN" altLang="en-US" sz="4000" b="1" dirty="0" smtClean="0">
                <a:solidFill>
                  <a:srgbClr val="FFFF00"/>
                </a:solidFill>
                <a:latin typeface="宋体" panose="02010600030101010101" pitchFamily="2" charset="-122"/>
                <a:cs typeface="+mj-cs"/>
                <a:sym typeface="Calibri Light" panose="020F0302020204030204" pitchFamily="34" charset="0"/>
              </a:rPr>
              <a:t>读出</a:t>
            </a:r>
            <a:endParaRPr lang="zh-CN" altLang="en-US" sz="4000" b="1" dirty="0" smtClean="0">
              <a:solidFill>
                <a:srgbClr val="FFFF00"/>
              </a:solidFill>
              <a:latin typeface="宋体" panose="02010600030101010101" pitchFamily="2" charset="-122"/>
              <a:cs typeface="+mj-cs"/>
              <a:sym typeface="Calibri Light" panose="020F0302020204030204" pitchFamily="34" charset="0"/>
            </a:endParaRPr>
          </a:p>
        </p:txBody>
      </p:sp>
      <p:sp>
        <p:nvSpPr>
          <p:cNvPr id="6" name="内容占位符 5"/>
          <p:cNvSpPr>
            <a:spLocks noGrp="1"/>
          </p:cNvSpPr>
          <p:nvPr>
            <p:ph idx="1"/>
          </p:nvPr>
        </p:nvSpPr>
        <p:spPr>
          <a:xfrm>
            <a:off x="363855" y="1455420"/>
            <a:ext cx="11261725" cy="5798185"/>
          </a:xfrm>
        </p:spPr>
        <p:txBody>
          <a:bodyPr>
            <a:normAutofit/>
          </a:bodyPr>
          <a:p>
            <a:pPr>
              <a:buFont typeface="Wingdings" panose="05000000000000000000" charset="0"/>
              <a:buChar char="u"/>
            </a:pPr>
            <a:r>
              <a:rPr lang="en-US" altLang="zh-CN" sz="2400">
                <a:latin typeface="宋体" panose="02010600030101010101" pitchFamily="2" charset="-122"/>
                <a:ea typeface="宋体" panose="02010600030101010101" pitchFamily="2" charset="-122"/>
                <a:sym typeface="+mn-ea"/>
              </a:rPr>
              <a:t>Python3 </a:t>
            </a:r>
            <a:r>
              <a:rPr lang="zh-CN" altLang="en-US" sz="2400">
                <a:latin typeface="宋体" panose="02010600030101010101" pitchFamily="2" charset="-122"/>
                <a:ea typeface="宋体" panose="02010600030101010101" pitchFamily="2" charset="-122"/>
                <a:sym typeface="+mn-ea"/>
              </a:rPr>
              <a:t>无需显示解码</a:t>
            </a:r>
            <a:endParaRPr lang="zh-CN" altLang="en-US" sz="2400">
              <a:latin typeface="宋体" panose="02010600030101010101" pitchFamily="2" charset="-122"/>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969645" y="2091055"/>
            <a:ext cx="7527290" cy="3328670"/>
          </a:xfrm>
          <a:prstGeom prst="rect">
            <a:avLst/>
          </a:prstGeom>
        </p:spPr>
      </p:pic>
    </p:spTree>
  </p:cSld>
  <p:clrMapOvr>
    <a:masterClrMapping/>
  </p:clrMapOvr>
  <p:transition>
    <p:checke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7.4 </a:t>
            </a:r>
            <a:r>
              <a:rPr lang="zh-CN" altLang="en-US" sz="4000" b="1" dirty="0" smtClean="0">
                <a:solidFill>
                  <a:srgbClr val="FFFF00"/>
                </a:solidFill>
                <a:latin typeface="宋体" panose="02010600030101010101" pitchFamily="2" charset="-122"/>
                <a:cs typeface="+mj-cs"/>
                <a:sym typeface="Calibri Light" panose="020F0302020204030204" pitchFamily="34" charset="0"/>
              </a:rPr>
              <a:t>文件中文处理</a:t>
            </a:r>
            <a:r>
              <a:rPr lang="en-US" altLang="zh-CN" sz="4000" b="1" dirty="0" smtClean="0">
                <a:solidFill>
                  <a:srgbClr val="FFFF00"/>
                </a:solidFill>
                <a:latin typeface="宋体" panose="02010600030101010101" pitchFamily="2" charset="-122"/>
                <a:cs typeface="+mj-cs"/>
                <a:sym typeface="Calibri Light" panose="020F0302020204030204" pitchFamily="34" charset="0"/>
              </a:rPr>
              <a:t>-</a:t>
            </a:r>
            <a:r>
              <a:rPr lang="zh-CN" altLang="en-US" sz="4000" b="1" dirty="0" smtClean="0">
                <a:solidFill>
                  <a:srgbClr val="FFFF00"/>
                </a:solidFill>
                <a:latin typeface="宋体" panose="02010600030101010101" pitchFamily="2" charset="-122"/>
                <a:cs typeface="+mj-cs"/>
                <a:sym typeface="Calibri Light" panose="020F0302020204030204" pitchFamily="34" charset="0"/>
              </a:rPr>
              <a:t>写入</a:t>
            </a:r>
            <a:endParaRPr lang="zh-CN" altLang="en-US" sz="4000" b="1" dirty="0" smtClean="0">
              <a:solidFill>
                <a:srgbClr val="FFFF00"/>
              </a:solidFill>
              <a:latin typeface="宋体" panose="02010600030101010101" pitchFamily="2" charset="-122"/>
              <a:cs typeface="+mj-cs"/>
              <a:sym typeface="Calibri Light" panose="020F0302020204030204" pitchFamily="34" charset="0"/>
            </a:endParaRPr>
          </a:p>
        </p:txBody>
      </p:sp>
      <p:sp>
        <p:nvSpPr>
          <p:cNvPr id="3" name="内容占位符 2"/>
          <p:cNvSpPr>
            <a:spLocks noGrp="1"/>
          </p:cNvSpPr>
          <p:nvPr>
            <p:ph idx="1"/>
          </p:nvPr>
        </p:nvSpPr>
        <p:spPr>
          <a:xfrm>
            <a:off x="440055" y="1355090"/>
            <a:ext cx="10805160" cy="5159375"/>
          </a:xfrm>
        </p:spPr>
        <p:txBody>
          <a:bodyPr/>
          <a:p>
            <a:pPr>
              <a:buFont typeface="Wingdings" panose="05000000000000000000" charset="0"/>
              <a:buChar char="u"/>
            </a:pPr>
            <a:r>
              <a:rPr lang="en-US" altLang="zh-CN" sz="2400">
                <a:latin typeface="宋体" panose="02010600030101010101" pitchFamily="2" charset="-122"/>
                <a:ea typeface="宋体" panose="02010600030101010101" pitchFamily="2" charset="-122"/>
                <a:sym typeface="+mn-ea"/>
              </a:rPr>
              <a:t>Python2</a:t>
            </a:r>
            <a:endParaRPr lang="en-US" altLang="zh-CN" sz="2400">
              <a:latin typeface="宋体" panose="02010600030101010101" pitchFamily="2" charset="-122"/>
              <a:ea typeface="宋体" panose="02010600030101010101" pitchFamily="2" charset="-122"/>
              <a:sym typeface="+mn-ea"/>
            </a:endParaRPr>
          </a:p>
          <a:p>
            <a:pPr marL="571500" indent="-342900" fontAlgn="auto">
              <a:buFont typeface="Wingdings" panose="05000000000000000000" charset="0"/>
              <a:buChar char="Ø"/>
            </a:pPr>
            <a:r>
              <a:rPr lang="zh-CN" altLang="en-US" sz="2400">
                <a:latin typeface="宋体" panose="02010600030101010101" pitchFamily="2" charset="-122"/>
                <a:ea typeface="宋体" panose="02010600030101010101" pitchFamily="2" charset="-122"/>
                <a:sym typeface="+mn-ea"/>
              </a:rPr>
              <a:t>文件对象没有文件的编码信息</a:t>
            </a:r>
            <a:endParaRPr lang="zh-CN" altLang="en-US" sz="2400">
              <a:latin typeface="宋体" panose="02010600030101010101" pitchFamily="2" charset="-122"/>
              <a:ea typeface="宋体" panose="02010600030101010101" pitchFamily="2" charset="-122"/>
              <a:sym typeface="+mn-ea"/>
            </a:endParaRPr>
          </a:p>
          <a:p>
            <a:pPr indent="0" fontAlgn="auto">
              <a:buFont typeface="Wingdings" panose="05000000000000000000" charset="0"/>
              <a:buNone/>
            </a:pPr>
            <a:r>
              <a:rPr lang="zh-CN" altLang="en-US" sz="2400">
                <a:latin typeface="宋体" panose="02010600030101010101" pitchFamily="2" charset="-122"/>
                <a:ea typeface="宋体" panose="02010600030101010101" pitchFamily="2" charset="-122"/>
                <a:sym typeface="+mn-ea"/>
              </a:rPr>
              <a:t>    </a:t>
            </a:r>
            <a:r>
              <a:rPr lang="en-US" altLang="zh-CN" sz="2400">
                <a:latin typeface="宋体" panose="02010600030101010101" pitchFamily="2" charset="-122"/>
                <a:ea typeface="宋体" panose="02010600030101010101" pitchFamily="2" charset="-122"/>
                <a:sym typeface="+mn-ea"/>
              </a:rPr>
              <a:t>open</a:t>
            </a:r>
            <a:r>
              <a:rPr lang="en-US" altLang="zh-CN" sz="2400" i="1">
                <a:latin typeface="宋体" panose="02010600030101010101" pitchFamily="2" charset="-122"/>
                <a:ea typeface="宋体" panose="02010600030101010101" pitchFamily="2" charset="-122"/>
                <a:sym typeface="+mn-ea"/>
              </a:rPr>
              <a:t>(name[,mode[,buffering]])</a:t>
            </a:r>
            <a:endParaRPr lang="zh-CN" altLang="en-US" sz="2400" i="1">
              <a:latin typeface="宋体" panose="02010600030101010101" pitchFamily="2" charset="-122"/>
              <a:ea typeface="宋体" panose="02010600030101010101" pitchFamily="2" charset="-122"/>
              <a:sym typeface="+mn-ea"/>
            </a:endParaRPr>
          </a:p>
          <a:p>
            <a:pPr marL="571500" indent="-342900" fontAlgn="auto">
              <a:buFont typeface="Wingdings" panose="05000000000000000000" charset="0"/>
              <a:buChar char="Ø"/>
            </a:pPr>
            <a:r>
              <a:rPr lang="zh-CN" altLang="en-US" sz="2400">
                <a:latin typeface="宋体" panose="02010600030101010101" pitchFamily="2" charset="-122"/>
                <a:ea typeface="宋体" panose="02010600030101010101" pitchFamily="2" charset="-122"/>
                <a:sym typeface="+mn-ea"/>
              </a:rPr>
              <a:t>包含中文字符的</a:t>
            </a:r>
            <a:r>
              <a:rPr lang="en-US" altLang="zh-CN" sz="2400">
                <a:latin typeface="宋体" panose="02010600030101010101" pitchFamily="2" charset="-122"/>
                <a:ea typeface="宋体" panose="02010600030101010101" pitchFamily="2" charset="-122"/>
                <a:sym typeface="+mn-ea"/>
              </a:rPr>
              <a:t>unicode</a:t>
            </a:r>
            <a:r>
              <a:rPr lang="zh-CN" altLang="en-US" sz="2400">
                <a:latin typeface="宋体" panose="02010600030101010101" pitchFamily="2" charset="-122"/>
                <a:ea typeface="宋体" panose="02010600030101010101" pitchFamily="2" charset="-122"/>
                <a:sym typeface="+mn-ea"/>
              </a:rPr>
              <a:t>字符串到文件</a:t>
            </a:r>
            <a:endParaRPr lang="zh-CN" altLang="en-US" sz="2400">
              <a:latin typeface="宋体" panose="02010600030101010101" pitchFamily="2" charset="-122"/>
              <a:ea typeface="宋体" panose="02010600030101010101" pitchFamily="2" charset="-122"/>
              <a:sym typeface="+mn-ea"/>
            </a:endParaRPr>
          </a:p>
        </p:txBody>
      </p:sp>
      <p:pic>
        <p:nvPicPr>
          <p:cNvPr id="2" name="图片 1"/>
          <p:cNvPicPr>
            <a:picLocks noChangeAspect="1"/>
          </p:cNvPicPr>
          <p:nvPr/>
        </p:nvPicPr>
        <p:blipFill>
          <a:blip r:embed="rId1"/>
          <a:stretch>
            <a:fillRect/>
          </a:stretch>
        </p:blipFill>
        <p:spPr>
          <a:xfrm>
            <a:off x="1146810" y="3305810"/>
            <a:ext cx="4530725" cy="2871470"/>
          </a:xfrm>
          <a:prstGeom prst="rect">
            <a:avLst/>
          </a:prstGeom>
        </p:spPr>
      </p:pic>
    </p:spTree>
  </p:cSld>
  <p:clrMapOvr>
    <a:masterClrMapping/>
  </p:clrMapOvr>
  <p:transition>
    <p:checke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838200" y="365125"/>
            <a:ext cx="105156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914400" lvl="0" indent="-914400" defTabSz="0">
              <a:lnSpc>
                <a:spcPct val="90000"/>
              </a:lnSpc>
            </a:pPr>
            <a:r>
              <a:rPr lang="en-US" altLang="zh-CN" sz="4000" b="1" dirty="0" smtClean="0">
                <a:solidFill>
                  <a:srgbClr val="FFFF00"/>
                </a:solidFill>
                <a:latin typeface="宋体" panose="02010600030101010101" pitchFamily="2" charset="-122"/>
                <a:cs typeface="+mj-cs"/>
                <a:sym typeface="Calibri Light" panose="020F0302020204030204" pitchFamily="34" charset="0"/>
              </a:rPr>
              <a:t>7.4 </a:t>
            </a:r>
            <a:r>
              <a:rPr lang="zh-CN" altLang="en-US" sz="4000" b="1" dirty="0" smtClean="0">
                <a:solidFill>
                  <a:srgbClr val="FFFF00"/>
                </a:solidFill>
                <a:latin typeface="宋体" panose="02010600030101010101" pitchFamily="2" charset="-122"/>
                <a:cs typeface="+mj-cs"/>
                <a:sym typeface="Calibri Light" panose="020F0302020204030204" pitchFamily="34" charset="0"/>
              </a:rPr>
              <a:t>文件中文处理</a:t>
            </a:r>
            <a:r>
              <a:rPr lang="en-US" altLang="zh-CN" sz="4000" b="1" dirty="0" smtClean="0">
                <a:solidFill>
                  <a:srgbClr val="FFFF00"/>
                </a:solidFill>
                <a:latin typeface="宋体" panose="02010600030101010101" pitchFamily="2" charset="-122"/>
                <a:cs typeface="+mj-cs"/>
                <a:sym typeface="Calibri Light" panose="020F0302020204030204" pitchFamily="34" charset="0"/>
              </a:rPr>
              <a:t>-</a:t>
            </a:r>
            <a:r>
              <a:rPr lang="zh-CN" altLang="en-US" sz="4000" b="1" dirty="0" smtClean="0">
                <a:solidFill>
                  <a:srgbClr val="FFFF00"/>
                </a:solidFill>
                <a:latin typeface="宋体" panose="02010600030101010101" pitchFamily="2" charset="-122"/>
                <a:cs typeface="+mj-cs"/>
                <a:sym typeface="Calibri Light" panose="020F0302020204030204" pitchFamily="34" charset="0"/>
              </a:rPr>
              <a:t>写入</a:t>
            </a:r>
            <a:endParaRPr lang="zh-CN" altLang="en-US" sz="4000" b="1" dirty="0" smtClean="0">
              <a:solidFill>
                <a:srgbClr val="FFFF00"/>
              </a:solidFill>
              <a:latin typeface="宋体" panose="02010600030101010101" pitchFamily="2" charset="-122"/>
              <a:cs typeface="+mj-cs"/>
              <a:sym typeface="Calibri Light" panose="020F0302020204030204" pitchFamily="34" charset="0"/>
            </a:endParaRPr>
          </a:p>
        </p:txBody>
      </p:sp>
      <p:sp>
        <p:nvSpPr>
          <p:cNvPr id="6" name="内容占位符 5"/>
          <p:cNvSpPr>
            <a:spLocks noGrp="1"/>
          </p:cNvSpPr>
          <p:nvPr>
            <p:ph idx="1"/>
          </p:nvPr>
        </p:nvSpPr>
        <p:spPr>
          <a:xfrm>
            <a:off x="502920" y="1283335"/>
            <a:ext cx="10850880" cy="5220335"/>
          </a:xfrm>
        </p:spPr>
        <p:txBody>
          <a:bodyPr/>
          <a:p>
            <a:pPr>
              <a:buFont typeface="Wingdings" panose="05000000000000000000" charset="0"/>
              <a:buChar char="u"/>
            </a:pPr>
            <a:r>
              <a:rPr lang="en-US" altLang="zh-CN" sz="2400">
                <a:latin typeface="宋体" panose="02010600030101010101" pitchFamily="2" charset="-122"/>
                <a:ea typeface="宋体" panose="02010600030101010101" pitchFamily="2" charset="-122"/>
              </a:rPr>
              <a:t>Python3</a:t>
            </a:r>
            <a:endParaRPr lang="en-US" altLang="zh-CN" sz="2400">
              <a:latin typeface="宋体" panose="02010600030101010101" pitchFamily="2" charset="-122"/>
              <a:ea typeface="宋体" panose="02010600030101010101" pitchFamily="2" charset="-122"/>
            </a:endParaRPr>
          </a:p>
          <a:p>
            <a:pPr indent="230505" fontAlgn="auto">
              <a:buFont typeface="Wingdings" panose="05000000000000000000" charset="0"/>
              <a:buChar char="Ø"/>
            </a:pPr>
            <a:r>
              <a:rPr lang="zh-CN" altLang="en-US" sz="2400">
                <a:latin typeface="宋体" panose="02010600030101010101" pitchFamily="2" charset="-122"/>
                <a:ea typeface="宋体" panose="02010600030101010101" pitchFamily="2" charset="-122"/>
              </a:rPr>
              <a:t>文件对象包含了文件的编码信息：对文本模式打开有效</a:t>
            </a:r>
            <a:endParaRPr lang="zh-CN" altLang="en-US" sz="2400">
              <a:latin typeface="宋体" panose="02010600030101010101" pitchFamily="2" charset="-122"/>
              <a:ea typeface="宋体" panose="02010600030101010101" pitchFamily="2" charset="-122"/>
            </a:endParaRPr>
          </a:p>
          <a:p>
            <a:pPr indent="230505" fontAlgn="auto">
              <a:buFont typeface="Wingdings" panose="05000000000000000000" charset="0"/>
              <a:buChar char="Ø"/>
            </a:pPr>
            <a:endParaRPr lang="zh-CN" altLang="en-US" sz="2400">
              <a:latin typeface="宋体" panose="02010600030101010101" pitchFamily="2" charset="-122"/>
              <a:ea typeface="宋体" panose="02010600030101010101" pitchFamily="2" charset="-122"/>
            </a:endParaRPr>
          </a:p>
          <a:p>
            <a:pPr indent="230505" fontAlgn="auto">
              <a:buFont typeface="Wingdings" panose="05000000000000000000" charset="0"/>
              <a:buChar char="Ø"/>
            </a:pPr>
            <a:endParaRPr lang="zh-CN" altLang="en-US" sz="2400">
              <a:latin typeface="宋体" panose="02010600030101010101" pitchFamily="2" charset="-122"/>
              <a:ea typeface="宋体" panose="02010600030101010101" pitchFamily="2" charset="-122"/>
            </a:endParaRPr>
          </a:p>
          <a:p>
            <a:pPr indent="230505" fontAlgn="auto">
              <a:buFont typeface="Wingdings" panose="05000000000000000000" charset="0"/>
              <a:buChar char="Ø"/>
            </a:pPr>
            <a:r>
              <a:rPr lang="zh-CN" altLang="en-US" sz="2400">
                <a:latin typeface="宋体" panose="02010600030101010101" pitchFamily="2" charset="-122"/>
                <a:ea typeface="宋体" panose="02010600030101010101" pitchFamily="2" charset="-122"/>
              </a:rPr>
              <a:t>在读写文件内容的时候，底层会以参数指定的编码方式对文件内容自动进行编码和解码</a:t>
            </a:r>
            <a:endParaRPr lang="zh-CN" altLang="en-US" sz="2400">
              <a:latin typeface="宋体" panose="02010600030101010101" pitchFamily="2" charset="-122"/>
              <a:ea typeface="宋体" panose="02010600030101010101" pitchFamily="2" charset="-122"/>
            </a:endParaRPr>
          </a:p>
          <a:p>
            <a:pPr indent="230505" fontAlgn="auto">
              <a:buFont typeface="Wingdings" panose="05000000000000000000" charset="0"/>
              <a:buChar char="Ø"/>
            </a:pPr>
            <a:r>
              <a:rPr lang="en-US" altLang="zh-CN" sz="2400">
                <a:latin typeface="宋体" panose="02010600030101010101" pitchFamily="2" charset="-122"/>
                <a:ea typeface="宋体" panose="02010600030101010101" pitchFamily="2" charset="-122"/>
              </a:rPr>
              <a:t>OS</a:t>
            </a:r>
            <a:r>
              <a:rPr lang="zh-CN" altLang="en-US" sz="2400">
                <a:latin typeface="宋体" panose="02010600030101010101" pitchFamily="2" charset="-122"/>
                <a:ea typeface="宋体" panose="02010600030101010101" pitchFamily="2" charset="-122"/>
              </a:rPr>
              <a:t>平台相关 </a:t>
            </a:r>
            <a:r>
              <a:rPr lang="en-US" altLang="zh-CN" sz="2400">
                <a:latin typeface="宋体" panose="02010600030101010101" pitchFamily="2" charset="-122"/>
                <a:ea typeface="宋体" panose="02010600030101010101" pitchFamily="2" charset="-122"/>
              </a:rPr>
              <a:t>locale.getpreferrdencoding()</a:t>
            </a:r>
            <a:endParaRPr lang="en-US" altLang="zh-CN" sz="2400">
              <a:latin typeface="宋体" panose="02010600030101010101" pitchFamily="2" charset="-122"/>
              <a:ea typeface="宋体" panose="02010600030101010101" pitchFamily="2" charset="-122"/>
            </a:endParaRPr>
          </a:p>
        </p:txBody>
      </p:sp>
      <p:pic>
        <p:nvPicPr>
          <p:cNvPr id="7" name="图片 6"/>
          <p:cNvPicPr>
            <a:picLocks noChangeAspect="1"/>
          </p:cNvPicPr>
          <p:nvPr/>
        </p:nvPicPr>
        <p:blipFill>
          <a:blip r:embed="rId1"/>
          <a:stretch>
            <a:fillRect/>
          </a:stretch>
        </p:blipFill>
        <p:spPr>
          <a:xfrm>
            <a:off x="1109980" y="2307590"/>
            <a:ext cx="6677025" cy="611505"/>
          </a:xfrm>
          <a:prstGeom prst="rect">
            <a:avLst/>
          </a:prstGeom>
        </p:spPr>
      </p:pic>
      <p:pic>
        <p:nvPicPr>
          <p:cNvPr id="8" name="图片 7"/>
          <p:cNvPicPr>
            <a:picLocks noChangeAspect="1"/>
          </p:cNvPicPr>
          <p:nvPr/>
        </p:nvPicPr>
        <p:blipFill>
          <a:blip r:embed="rId2"/>
          <a:stretch>
            <a:fillRect/>
          </a:stretch>
        </p:blipFill>
        <p:spPr>
          <a:xfrm>
            <a:off x="1252855" y="4441825"/>
            <a:ext cx="3797935" cy="2258060"/>
          </a:xfrm>
          <a:prstGeom prst="rect">
            <a:avLst/>
          </a:prstGeom>
        </p:spPr>
      </p:pic>
    </p:spTree>
  </p:cSld>
  <p:clrMapOvr>
    <a:masterClrMapping/>
  </p:clrMapOvr>
  <p:transition>
    <p:checker/>
  </p:transition>
  <p:timing>
    <p:tnLst>
      <p:par>
        <p:cTn id="1" dur="indefinite" restart="never" nodeType="tmRoot"/>
      </p:par>
    </p:tnLst>
  </p:timing>
</p:sld>
</file>

<file path=ppt/tags/tag1.xml><?xml version="1.0" encoding="utf-8"?>
<p:tagLst xmlns:p="http://schemas.openxmlformats.org/presentationml/2006/main">
  <p:tag name="KSO_WM_DOC_GUID" val="{28aa5a31-46c4-4229-8c80-3a70ab303f81}"/>
</p:tagLst>
</file>

<file path=ppt/theme/theme1.xml><?xml version="1.0" encoding="utf-8"?>
<a:theme xmlns:a="http://schemas.openxmlformats.org/drawingml/2006/main" name="Gartner PPT- one template-v8_rm">
  <a:themeElements>
    <a:clrScheme name="">
      <a:dk1>
        <a:srgbClr val="000000"/>
      </a:dk1>
      <a:lt1>
        <a:srgbClr val="FFFFFF"/>
      </a:lt1>
      <a:dk2>
        <a:srgbClr val="F8F8F8"/>
      </a:dk2>
      <a:lt2>
        <a:srgbClr val="808080"/>
      </a:lt2>
      <a:accent1>
        <a:srgbClr val="3366CC"/>
      </a:accent1>
      <a:accent2>
        <a:srgbClr val="FF0000"/>
      </a:accent2>
      <a:accent3>
        <a:srgbClr val="FFFFFF"/>
      </a:accent3>
      <a:accent4>
        <a:srgbClr val="000000"/>
      </a:accent4>
      <a:accent5>
        <a:srgbClr val="ADB8E2"/>
      </a:accent5>
      <a:accent6>
        <a:srgbClr val="E70000"/>
      </a:accent6>
      <a:hlink>
        <a:srgbClr val="FF9900"/>
      </a:hlink>
      <a:folHlink>
        <a:srgbClr val="6699FF"/>
      </a:folHlink>
    </a:clrScheme>
    <a:fontScheme name="Gartner PPT- one template-v8_rm">
      <a:majorFont>
        <a:latin typeface="Arial"/>
        <a:ea typeface="Arial Unicode MS"/>
        <a:cs typeface="Arial Unicode MS"/>
      </a:majorFont>
      <a:minorFont>
        <a:latin typeface="Arial"/>
        <a:ea typeface="Arial Unicode MS"/>
        <a:cs typeface="Arial Unicode M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134B82"/>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rgbClr val="134B82"/>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Gartner PPT- one template-v8_r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Gartner PPT- one template-v8_rm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Gartner PPT- one template-v8_rm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Gartner PPT- one template-v8_rm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artner PPT- one template-v8_r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Gartner PPT- one template-v8_r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Gartner PPT- one template-v8_r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Gartner PPT- one template-v8_rm 8">
        <a:dk1>
          <a:srgbClr val="000000"/>
        </a:dk1>
        <a:lt1>
          <a:srgbClr val="FFFFFF"/>
        </a:lt1>
        <a:dk2>
          <a:srgbClr val="F8F8F8"/>
        </a:dk2>
        <a:lt2>
          <a:srgbClr val="808080"/>
        </a:lt2>
        <a:accent1>
          <a:srgbClr val="CCFF66"/>
        </a:accent1>
        <a:accent2>
          <a:srgbClr val="FFCC00"/>
        </a:accent2>
        <a:accent3>
          <a:srgbClr val="FFFFFF"/>
        </a:accent3>
        <a:accent4>
          <a:srgbClr val="000000"/>
        </a:accent4>
        <a:accent5>
          <a:srgbClr val="E2FFB8"/>
        </a:accent5>
        <a:accent6>
          <a:srgbClr val="E7B900"/>
        </a:accent6>
        <a:hlink>
          <a:srgbClr val="0066FF"/>
        </a:hlink>
        <a:folHlink>
          <a:srgbClr val="FF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汇智动力</Template>
  <TotalTime>0</TotalTime>
  <Words>1159</Words>
  <Application>WPS 演示</Application>
  <PresentationFormat>自定义</PresentationFormat>
  <Paragraphs>114</Paragraphs>
  <Slides>16</Slides>
  <Notes>10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Arial</vt:lpstr>
      <vt:lpstr>宋体</vt:lpstr>
      <vt:lpstr>Wingdings</vt:lpstr>
      <vt:lpstr>Arial Unicode MS</vt:lpstr>
      <vt:lpstr>Times</vt:lpstr>
      <vt:lpstr>Times New Roman</vt:lpstr>
      <vt:lpstr>Calibri Light</vt:lpstr>
      <vt:lpstr>Wingdings</vt:lpstr>
      <vt:lpstr>微软雅黑</vt:lpstr>
      <vt:lpstr>Arial Unicode MS</vt:lpstr>
      <vt:lpstr>Gartner PPT- one template-v8_rm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勇敢的心</cp:lastModifiedBy>
  <cp:revision>1134</cp:revision>
  <dcterms:created xsi:type="dcterms:W3CDTF">2014-03-18T11:00:00Z</dcterms:created>
  <dcterms:modified xsi:type="dcterms:W3CDTF">2020-07-13T10:17:14Z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2052-11.1.0.9828</vt:lpwstr>
  </property>
</Properties>
</file>